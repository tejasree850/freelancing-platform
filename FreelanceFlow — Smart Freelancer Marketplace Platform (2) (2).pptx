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9144000" cy="16256000"/>
  <p:embeddedFontLst>
    <p:embeddedFont>
      <p:font typeface="Quattrocento Sans" panose="020B0502050000020003" pitchFamily="34" charset="0"/>
      <p:regular r:id="rId20"/>
    </p:embeddedFont>
    <p:embeddedFont>
      <p:font typeface="Quattrocento Sans" panose="020B0502050000020003" pitchFamily="34" charset="-122"/>
      <p:regular r:id="rId21"/>
    </p:embeddedFont>
    <p:embeddedFont>
      <p:font typeface="Quattrocento Sans" panose="020B0502050000020003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3F2FD"/>
            </a:gs>
            <a:gs pos="50000">
              <a:srgbClr val="FFFFFF"/>
            </a:gs>
            <a:gs pos="100000">
              <a:srgbClr val="E8F5E9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9"/>
          <p:cNvSpPr txBox="1"/>
          <p:nvPr/>
        </p:nvSpPr>
        <p:spPr>
          <a:xfrm>
            <a:off x="2896870" y="1680845"/>
            <a:ext cx="104622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000"/>
              <a:t>Freelancer Marking PlantForm</a:t>
            </a:r>
            <a:endParaRPr lang="en-IN" altLang="en-US" sz="6000"/>
          </a:p>
        </p:txBody>
      </p:sp>
      <p:sp>
        <p:nvSpPr>
          <p:cNvPr id="22" name="Text Box 21"/>
          <p:cNvSpPr txBox="1"/>
          <p:nvPr/>
        </p:nvSpPr>
        <p:spPr>
          <a:xfrm>
            <a:off x="5928360" y="3985895"/>
            <a:ext cx="580834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 b="1"/>
              <a:t>Presentad By:</a:t>
            </a:r>
            <a:r>
              <a:rPr lang="en-IN" altLang="en-US" sz="2400"/>
              <a:t>   Group-6</a:t>
            </a:r>
            <a:endParaRPr lang="en-IN" altLang="en-US" sz="2400"/>
          </a:p>
          <a:p>
            <a:endParaRPr lang="en-IN" altLang="en-US" sz="2400"/>
          </a:p>
          <a:p>
            <a:r>
              <a:rPr lang="en-IN" altLang="en-US" sz="2400"/>
              <a:t>K.TejaSree                       AP23110011434</a:t>
            </a:r>
            <a:endParaRPr lang="en-IN" altLang="en-US" sz="2400"/>
          </a:p>
          <a:p>
            <a:r>
              <a:rPr lang="en-IN" altLang="en-US" sz="2400"/>
              <a:t>G.Yamini                          AP23110011448</a:t>
            </a:r>
            <a:endParaRPr lang="en-IN" altLang="en-US" sz="2400"/>
          </a:p>
          <a:p>
            <a:r>
              <a:rPr lang="en-IN" altLang="en-US" sz="2400"/>
              <a:t>G.Mohana Krishna        AP23110011462</a:t>
            </a:r>
            <a:endParaRPr lang="en-IN" altLang="en-US" sz="2400"/>
          </a:p>
          <a:p>
            <a:r>
              <a:rPr lang="en-IN" altLang="en-US" sz="2400"/>
              <a:t>R.Lohitha                        AP23110011469</a:t>
            </a:r>
            <a:endParaRPr lang="en-IN" altLang="en-US" sz="2400"/>
          </a:p>
          <a:p>
            <a:r>
              <a:rPr lang="en-IN" altLang="en-US" sz="2400"/>
              <a:t>K.Sri Poojitha                 AP23110011640</a:t>
            </a:r>
            <a:endParaRPr lang="en-IN" altLang="en-US" sz="2400"/>
          </a:p>
          <a:p>
            <a:r>
              <a:rPr lang="en-IN" altLang="en-US" sz="2400"/>
              <a:t>Ch.Ashwini                     AP23110011647</a:t>
            </a:r>
            <a:endParaRPr lang="en-IN" altLang="en-US" sz="2400"/>
          </a:p>
          <a:p>
            <a:endParaRPr lang="en-IN" altLang="en-US" sz="240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Challenge in Freelancing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1117600"/>
            <a:ext cx="14732000" cy="162560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6800" y="152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7" name="Text 5"/>
          <p:cNvSpPr/>
          <p:nvPr/>
        </p:nvSpPr>
        <p:spPr>
          <a:xfrm>
            <a:off x="1828800" y="13208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Talent Discovery Gap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727200"/>
            <a:ext cx="1320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Clients can't easily find the right freelancer. The search process is fragmented across multiple platforms with no unified skill verification.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946400"/>
            <a:ext cx="14732000" cy="16256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35050" y="33528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5B9A6D"/>
          </a:solidFill>
        </p:spPr>
      </p:sp>
      <p:sp>
        <p:nvSpPr>
          <p:cNvPr id="11" name="Text 9"/>
          <p:cNvSpPr/>
          <p:nvPr/>
        </p:nvSpPr>
        <p:spPr>
          <a:xfrm>
            <a:off x="1828800" y="31496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Skill Building Paths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3556000"/>
            <a:ext cx="1320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Freelancers lack structured skill-building paths. There's no clear progression from beginner to expert with verified credentials.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775200"/>
            <a:ext cx="14732000" cy="1625600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66800" y="518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250" y="0"/>
                </a:moveTo>
                <a:cubicBezTo>
                  <a:pt x="257274" y="0"/>
                  <a:pt x="285750" y="21332"/>
                  <a:pt x="285750" y="47625"/>
                </a:cubicBezTo>
                <a:cubicBezTo>
                  <a:pt x="285750" y="57944"/>
                  <a:pt x="281384" y="67469"/>
                  <a:pt x="273844" y="75307"/>
                </a:cubicBezTo>
                <a:cubicBezTo>
                  <a:pt x="267295" y="82153"/>
                  <a:pt x="261937" y="90488"/>
                  <a:pt x="261937" y="100013"/>
                </a:cubicBezTo>
                <a:cubicBezTo>
                  <a:pt x="261937" y="114895"/>
                  <a:pt x="274042" y="127000"/>
                  <a:pt x="288925" y="127000"/>
                </a:cubicBezTo>
                <a:lnTo>
                  <a:pt x="333375" y="127000"/>
                </a:lnTo>
                <a:cubicBezTo>
                  <a:pt x="359668" y="127000"/>
                  <a:pt x="381000" y="148332"/>
                  <a:pt x="381000" y="174625"/>
                </a:cubicBezTo>
                <a:lnTo>
                  <a:pt x="381000" y="219075"/>
                </a:lnTo>
                <a:cubicBezTo>
                  <a:pt x="381000" y="233958"/>
                  <a:pt x="393105" y="246063"/>
                  <a:pt x="407988" y="246063"/>
                </a:cubicBezTo>
                <a:cubicBezTo>
                  <a:pt x="417413" y="246063"/>
                  <a:pt x="425847" y="240705"/>
                  <a:pt x="432693" y="234156"/>
                </a:cubicBezTo>
                <a:cubicBezTo>
                  <a:pt x="440531" y="226715"/>
                  <a:pt x="450056" y="222250"/>
                  <a:pt x="460375" y="222250"/>
                </a:cubicBezTo>
                <a:cubicBezTo>
                  <a:pt x="486668" y="222250"/>
                  <a:pt x="508000" y="250726"/>
                  <a:pt x="508000" y="285750"/>
                </a:cubicBezTo>
                <a:cubicBezTo>
                  <a:pt x="508000" y="320774"/>
                  <a:pt x="486668" y="349250"/>
                  <a:pt x="460375" y="349250"/>
                </a:cubicBezTo>
                <a:cubicBezTo>
                  <a:pt x="450056" y="349250"/>
                  <a:pt x="440432" y="344884"/>
                  <a:pt x="432693" y="337344"/>
                </a:cubicBezTo>
                <a:cubicBezTo>
                  <a:pt x="425847" y="330795"/>
                  <a:pt x="417513" y="325438"/>
                  <a:pt x="407988" y="325438"/>
                </a:cubicBezTo>
                <a:cubicBezTo>
                  <a:pt x="393105" y="325438"/>
                  <a:pt x="381000" y="337542"/>
                  <a:pt x="381000" y="352425"/>
                </a:cubicBezTo>
                <a:lnTo>
                  <a:pt x="381000" y="460375"/>
                </a:lnTo>
                <a:cubicBezTo>
                  <a:pt x="381000" y="486668"/>
                  <a:pt x="359668" y="508000"/>
                  <a:pt x="333375" y="508000"/>
                </a:cubicBezTo>
                <a:lnTo>
                  <a:pt x="277019" y="508000"/>
                </a:lnTo>
                <a:cubicBezTo>
                  <a:pt x="264319" y="508000"/>
                  <a:pt x="254000" y="497681"/>
                  <a:pt x="254000" y="484981"/>
                </a:cubicBezTo>
                <a:cubicBezTo>
                  <a:pt x="254000" y="475853"/>
                  <a:pt x="259755" y="467816"/>
                  <a:pt x="267097" y="462359"/>
                </a:cubicBezTo>
                <a:cubicBezTo>
                  <a:pt x="278606" y="453727"/>
                  <a:pt x="285750" y="441821"/>
                  <a:pt x="285750" y="428625"/>
                </a:cubicBezTo>
                <a:cubicBezTo>
                  <a:pt x="285750" y="402332"/>
                  <a:pt x="257274" y="381000"/>
                  <a:pt x="222250" y="381000"/>
                </a:cubicBezTo>
                <a:cubicBezTo>
                  <a:pt x="187226" y="381000"/>
                  <a:pt x="158750" y="402332"/>
                  <a:pt x="158750" y="428625"/>
                </a:cubicBezTo>
                <a:cubicBezTo>
                  <a:pt x="158750" y="441821"/>
                  <a:pt x="165894" y="453727"/>
                  <a:pt x="177403" y="462359"/>
                </a:cubicBezTo>
                <a:cubicBezTo>
                  <a:pt x="184745" y="467816"/>
                  <a:pt x="190500" y="475754"/>
                  <a:pt x="190500" y="484981"/>
                </a:cubicBezTo>
                <a:cubicBezTo>
                  <a:pt x="190500" y="497681"/>
                  <a:pt x="180181" y="508000"/>
                  <a:pt x="167481" y="508000"/>
                </a:cubicBezTo>
                <a:lnTo>
                  <a:pt x="47625" y="508000"/>
                </a:lnTo>
                <a:cubicBezTo>
                  <a:pt x="21332" y="508000"/>
                  <a:pt x="0" y="486668"/>
                  <a:pt x="0" y="460375"/>
                </a:cubicBezTo>
                <a:lnTo>
                  <a:pt x="0" y="340519"/>
                </a:lnTo>
                <a:cubicBezTo>
                  <a:pt x="0" y="327819"/>
                  <a:pt x="10319" y="317500"/>
                  <a:pt x="23019" y="317500"/>
                </a:cubicBezTo>
                <a:cubicBezTo>
                  <a:pt x="32147" y="317500"/>
                  <a:pt x="40184" y="323255"/>
                  <a:pt x="45641" y="330597"/>
                </a:cubicBezTo>
                <a:cubicBezTo>
                  <a:pt x="54273" y="342106"/>
                  <a:pt x="66179" y="349250"/>
                  <a:pt x="79375" y="349250"/>
                </a:cubicBezTo>
                <a:cubicBezTo>
                  <a:pt x="105668" y="349250"/>
                  <a:pt x="127000" y="320774"/>
                  <a:pt x="127000" y="285750"/>
                </a:cubicBezTo>
                <a:cubicBezTo>
                  <a:pt x="127000" y="250726"/>
                  <a:pt x="105668" y="222250"/>
                  <a:pt x="79375" y="222250"/>
                </a:cubicBezTo>
                <a:cubicBezTo>
                  <a:pt x="66179" y="222250"/>
                  <a:pt x="54273" y="229394"/>
                  <a:pt x="45641" y="240903"/>
                </a:cubicBezTo>
                <a:cubicBezTo>
                  <a:pt x="40184" y="248245"/>
                  <a:pt x="32246" y="254000"/>
                  <a:pt x="23019" y="254000"/>
                </a:cubicBezTo>
                <a:cubicBezTo>
                  <a:pt x="10319" y="254000"/>
                  <a:pt x="0" y="243681"/>
                  <a:pt x="0" y="230981"/>
                </a:cubicBezTo>
                <a:lnTo>
                  <a:pt x="0" y="174625"/>
                </a:lnTo>
                <a:cubicBezTo>
                  <a:pt x="0" y="148332"/>
                  <a:pt x="21332" y="127000"/>
                  <a:pt x="47625" y="127000"/>
                </a:cubicBezTo>
                <a:lnTo>
                  <a:pt x="155575" y="127000"/>
                </a:lnTo>
                <a:cubicBezTo>
                  <a:pt x="170458" y="127000"/>
                  <a:pt x="182563" y="114895"/>
                  <a:pt x="182563" y="100013"/>
                </a:cubicBezTo>
                <a:cubicBezTo>
                  <a:pt x="182563" y="90587"/>
                  <a:pt x="177205" y="82153"/>
                  <a:pt x="170656" y="75307"/>
                </a:cubicBezTo>
                <a:cubicBezTo>
                  <a:pt x="163215" y="67469"/>
                  <a:pt x="158750" y="57944"/>
                  <a:pt x="158750" y="47625"/>
                </a:cubicBezTo>
                <a:cubicBezTo>
                  <a:pt x="158750" y="21332"/>
                  <a:pt x="187226" y="0"/>
                  <a:pt x="222250" y="0"/>
                </a:cubicBezTo>
                <a:close/>
              </a:path>
            </a:pathLst>
          </a:custGeom>
          <a:solidFill>
            <a:srgbClr val="7C6FAB"/>
          </a:solidFill>
        </p:spPr>
      </p:sp>
      <p:sp>
        <p:nvSpPr>
          <p:cNvPr id="15" name="Text 13"/>
          <p:cNvSpPr/>
          <p:nvPr/>
        </p:nvSpPr>
        <p:spPr>
          <a:xfrm>
            <a:off x="1828800" y="49784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Fragmented Platform Ecosystem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5384800"/>
            <a:ext cx="1320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 single platform combining jobs, internships &amp; learning. Freelancers must juggle multiple tools and websites to manage their career.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604000"/>
            <a:ext cx="14732000" cy="16256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35050" y="70104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90500" y="317500"/>
                </a:moveTo>
                <a:cubicBezTo>
                  <a:pt x="295672" y="317500"/>
                  <a:pt x="381000" y="239316"/>
                  <a:pt x="381000" y="142875"/>
                </a:cubicBezTo>
                <a:cubicBezTo>
                  <a:pt x="381000" y="46434"/>
                  <a:pt x="295672" y="-31750"/>
                  <a:pt x="190500" y="-31750"/>
                </a:cubicBezTo>
                <a:cubicBezTo>
                  <a:pt x="85328" y="-31750"/>
                  <a:pt x="0" y="46434"/>
                  <a:pt x="0" y="142875"/>
                </a:cubicBezTo>
                <a:cubicBezTo>
                  <a:pt x="0" y="182166"/>
                  <a:pt x="14188" y="218480"/>
                  <a:pt x="38100" y="247650"/>
                </a:cubicBezTo>
                <a:lnTo>
                  <a:pt x="2778" y="314325"/>
                </a:lnTo>
                <a:cubicBezTo>
                  <a:pt x="-2084" y="323552"/>
                  <a:pt x="-397" y="334863"/>
                  <a:pt x="6945" y="342305"/>
                </a:cubicBezTo>
                <a:cubicBezTo>
                  <a:pt x="14288" y="349746"/>
                  <a:pt x="25698" y="351433"/>
                  <a:pt x="34925" y="346472"/>
                </a:cubicBezTo>
                <a:lnTo>
                  <a:pt x="115888" y="303609"/>
                </a:lnTo>
                <a:cubicBezTo>
                  <a:pt x="138807" y="312539"/>
                  <a:pt x="164009" y="317500"/>
                  <a:pt x="190500" y="317500"/>
                </a:cubicBezTo>
                <a:close/>
                <a:moveTo>
                  <a:pt x="193675" y="365125"/>
                </a:moveTo>
                <a:cubicBezTo>
                  <a:pt x="209947" y="446385"/>
                  <a:pt x="287635" y="508000"/>
                  <a:pt x="381000" y="508000"/>
                </a:cubicBezTo>
                <a:cubicBezTo>
                  <a:pt x="407491" y="508000"/>
                  <a:pt x="432693" y="503039"/>
                  <a:pt x="455612" y="494109"/>
                </a:cubicBezTo>
                <a:lnTo>
                  <a:pt x="536575" y="536972"/>
                </a:lnTo>
                <a:cubicBezTo>
                  <a:pt x="545802" y="541834"/>
                  <a:pt x="557113" y="540147"/>
                  <a:pt x="564555" y="532805"/>
                </a:cubicBezTo>
                <a:cubicBezTo>
                  <a:pt x="571996" y="525462"/>
                  <a:pt x="573683" y="514052"/>
                  <a:pt x="568722" y="504825"/>
                </a:cubicBezTo>
                <a:lnTo>
                  <a:pt x="533400" y="438150"/>
                </a:lnTo>
                <a:cubicBezTo>
                  <a:pt x="557312" y="408980"/>
                  <a:pt x="571500" y="372666"/>
                  <a:pt x="571500" y="333375"/>
                </a:cubicBezTo>
                <a:cubicBezTo>
                  <a:pt x="571500" y="251619"/>
                  <a:pt x="510282" y="183059"/>
                  <a:pt x="427633" y="164009"/>
                </a:cubicBezTo>
                <a:cubicBezTo>
                  <a:pt x="416223" y="278904"/>
                  <a:pt x="312737" y="363637"/>
                  <a:pt x="193675" y="365125"/>
                </a:cubicBezTo>
                <a:close/>
                <a:moveTo>
                  <a:pt x="194469" y="31750"/>
                </a:moveTo>
                <a:cubicBezTo>
                  <a:pt x="205383" y="31750"/>
                  <a:pt x="214313" y="40680"/>
                  <a:pt x="214313" y="51594"/>
                </a:cubicBezTo>
                <a:lnTo>
                  <a:pt x="214313" y="55563"/>
                </a:lnTo>
                <a:lnTo>
                  <a:pt x="222250" y="55563"/>
                </a:lnTo>
                <a:cubicBezTo>
                  <a:pt x="233164" y="55563"/>
                  <a:pt x="242094" y="64492"/>
                  <a:pt x="242094" y="75406"/>
                </a:cubicBezTo>
                <a:cubicBezTo>
                  <a:pt x="242094" y="86320"/>
                  <a:pt x="233164" y="95250"/>
                  <a:pt x="222250" y="95250"/>
                </a:cubicBezTo>
                <a:lnTo>
                  <a:pt x="175121" y="95250"/>
                </a:lnTo>
                <a:cubicBezTo>
                  <a:pt x="168275" y="95250"/>
                  <a:pt x="162719" y="100806"/>
                  <a:pt x="162719" y="107652"/>
                </a:cubicBezTo>
                <a:cubicBezTo>
                  <a:pt x="162719" y="113705"/>
                  <a:pt x="167084" y="118864"/>
                  <a:pt x="173038" y="119856"/>
                </a:cubicBezTo>
                <a:lnTo>
                  <a:pt x="214412" y="126802"/>
                </a:lnTo>
                <a:cubicBezTo>
                  <a:pt x="239514" y="130969"/>
                  <a:pt x="257969" y="152698"/>
                  <a:pt x="257969" y="178197"/>
                </a:cubicBezTo>
                <a:cubicBezTo>
                  <a:pt x="257969" y="204093"/>
                  <a:pt x="239117" y="225524"/>
                  <a:pt x="214313" y="229592"/>
                </a:cubicBezTo>
                <a:lnTo>
                  <a:pt x="214313" y="234255"/>
                </a:lnTo>
                <a:cubicBezTo>
                  <a:pt x="214313" y="245170"/>
                  <a:pt x="205383" y="254099"/>
                  <a:pt x="194469" y="254099"/>
                </a:cubicBezTo>
                <a:cubicBezTo>
                  <a:pt x="183555" y="254099"/>
                  <a:pt x="174625" y="245170"/>
                  <a:pt x="174625" y="234255"/>
                </a:cubicBezTo>
                <a:lnTo>
                  <a:pt x="174625" y="230287"/>
                </a:lnTo>
                <a:lnTo>
                  <a:pt x="150813" y="230287"/>
                </a:lnTo>
                <a:cubicBezTo>
                  <a:pt x="139898" y="230287"/>
                  <a:pt x="130969" y="221357"/>
                  <a:pt x="130969" y="210443"/>
                </a:cubicBezTo>
                <a:cubicBezTo>
                  <a:pt x="130969" y="199529"/>
                  <a:pt x="139898" y="190599"/>
                  <a:pt x="150813" y="190599"/>
                </a:cubicBezTo>
                <a:lnTo>
                  <a:pt x="205879" y="190599"/>
                </a:lnTo>
                <a:cubicBezTo>
                  <a:pt x="212725" y="190599"/>
                  <a:pt x="218281" y="185043"/>
                  <a:pt x="218281" y="178197"/>
                </a:cubicBezTo>
                <a:cubicBezTo>
                  <a:pt x="218281" y="172145"/>
                  <a:pt x="213916" y="166985"/>
                  <a:pt x="207963" y="165993"/>
                </a:cubicBezTo>
                <a:lnTo>
                  <a:pt x="166588" y="159048"/>
                </a:lnTo>
                <a:cubicBezTo>
                  <a:pt x="141486" y="154880"/>
                  <a:pt x="123031" y="133152"/>
                  <a:pt x="123031" y="107652"/>
                </a:cubicBezTo>
                <a:cubicBezTo>
                  <a:pt x="123031" y="79077"/>
                  <a:pt x="146050" y="55860"/>
                  <a:pt x="174625" y="55562"/>
                </a:cubicBezTo>
                <a:lnTo>
                  <a:pt x="174625" y="51594"/>
                </a:lnTo>
                <a:cubicBezTo>
                  <a:pt x="174625" y="40680"/>
                  <a:pt x="183555" y="31750"/>
                  <a:pt x="194469" y="31750"/>
                </a:cubicBezTo>
                <a:close/>
              </a:path>
            </a:pathLst>
          </a:custGeom>
          <a:solidFill>
            <a:srgbClr val="E8913A"/>
          </a:solidFill>
        </p:spPr>
      </p:sp>
      <p:sp>
        <p:nvSpPr>
          <p:cNvPr id="19" name="Text 17"/>
          <p:cNvSpPr/>
          <p:nvPr/>
        </p:nvSpPr>
        <p:spPr>
          <a:xfrm>
            <a:off x="1828800" y="68072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Inefficient Communication &amp; Payments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7213600"/>
            <a:ext cx="1320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Inefficient communication and payment tracking. Disputes arise from unclear milestones and lack of transparent payment systems.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Core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1117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371600"/>
            <a:ext cx="609600" cy="609600"/>
          </a:xfrm>
          <a:prstGeom prst="ellipse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92200" y="1473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8" name="Text 6"/>
          <p:cNvSpPr/>
          <p:nvPr/>
        </p:nvSpPr>
        <p:spPr>
          <a:xfrm>
            <a:off x="1016000" y="21590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Smart Project Matching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908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skill-based freelancer recommendations that match the right talent to the right project automatically.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117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69000" y="1371600"/>
            <a:ext cx="609600" cy="609600"/>
          </a:xfrm>
          <a:prstGeom prst="ellipse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0706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68" y="57388"/>
                </a:moveTo>
                <a:cubicBezTo>
                  <a:pt x="29845" y="38418"/>
                  <a:pt x="47228" y="25400"/>
                  <a:pt x="66993" y="25400"/>
                </a:cubicBezTo>
                <a:lnTo>
                  <a:pt x="340042" y="25400"/>
                </a:lnTo>
                <a:cubicBezTo>
                  <a:pt x="359807" y="25400"/>
                  <a:pt x="377190" y="38418"/>
                  <a:pt x="382746" y="57388"/>
                </a:cubicBezTo>
                <a:lnTo>
                  <a:pt x="401320" y="121047"/>
                </a:lnTo>
                <a:cubicBezTo>
                  <a:pt x="411480" y="155734"/>
                  <a:pt x="385366" y="190500"/>
                  <a:pt x="349250" y="190500"/>
                </a:cubicBezTo>
                <a:cubicBezTo>
                  <a:pt x="328374" y="190500"/>
                  <a:pt x="310039" y="178673"/>
                  <a:pt x="300990" y="161052"/>
                </a:cubicBezTo>
                <a:cubicBezTo>
                  <a:pt x="291783" y="178435"/>
                  <a:pt x="273526" y="190500"/>
                  <a:pt x="252254" y="190500"/>
                </a:cubicBezTo>
                <a:cubicBezTo>
                  <a:pt x="231140" y="190500"/>
                  <a:pt x="212804" y="178594"/>
                  <a:pt x="203597" y="161131"/>
                </a:cubicBezTo>
                <a:cubicBezTo>
                  <a:pt x="194389" y="178594"/>
                  <a:pt x="176054" y="190500"/>
                  <a:pt x="154940" y="190500"/>
                </a:cubicBezTo>
                <a:cubicBezTo>
                  <a:pt x="133667" y="190500"/>
                  <a:pt x="115411" y="178514"/>
                  <a:pt x="106204" y="161052"/>
                </a:cubicBezTo>
                <a:cubicBezTo>
                  <a:pt x="97155" y="178594"/>
                  <a:pt x="78819" y="190500"/>
                  <a:pt x="57944" y="190500"/>
                </a:cubicBezTo>
                <a:cubicBezTo>
                  <a:pt x="21749" y="190500"/>
                  <a:pt x="-4286" y="155813"/>
                  <a:pt x="5874" y="121047"/>
                </a:cubicBezTo>
                <a:lnTo>
                  <a:pt x="24368" y="57388"/>
                </a:lnTo>
                <a:close/>
                <a:moveTo>
                  <a:pt x="76518" y="279400"/>
                </a:moveTo>
                <a:lnTo>
                  <a:pt x="330518" y="279400"/>
                </a:lnTo>
                <a:lnTo>
                  <a:pt x="330518" y="226695"/>
                </a:lnTo>
                <a:cubicBezTo>
                  <a:pt x="336550" y="227965"/>
                  <a:pt x="342821" y="228600"/>
                  <a:pt x="349171" y="228600"/>
                </a:cubicBezTo>
                <a:cubicBezTo>
                  <a:pt x="360521" y="228600"/>
                  <a:pt x="371396" y="226536"/>
                  <a:pt x="381317" y="222885"/>
                </a:cubicBezTo>
                <a:lnTo>
                  <a:pt x="381317" y="342900"/>
                </a:lnTo>
                <a:cubicBezTo>
                  <a:pt x="381317" y="363934"/>
                  <a:pt x="364252" y="381000"/>
                  <a:pt x="343218" y="381000"/>
                </a:cubicBezTo>
                <a:lnTo>
                  <a:pt x="63817" y="381000"/>
                </a:lnTo>
                <a:cubicBezTo>
                  <a:pt x="42783" y="381000"/>
                  <a:pt x="25717" y="363934"/>
                  <a:pt x="25717" y="342900"/>
                </a:cubicBezTo>
                <a:lnTo>
                  <a:pt x="25717" y="222885"/>
                </a:lnTo>
                <a:cubicBezTo>
                  <a:pt x="35639" y="226536"/>
                  <a:pt x="46434" y="228600"/>
                  <a:pt x="57864" y="228600"/>
                </a:cubicBezTo>
                <a:cubicBezTo>
                  <a:pt x="64294" y="228600"/>
                  <a:pt x="70485" y="227965"/>
                  <a:pt x="76517" y="226695"/>
                </a:cubicBezTo>
                <a:lnTo>
                  <a:pt x="76517" y="279400"/>
                </a:lnTo>
                <a:close/>
              </a:path>
            </a:pathLst>
          </a:custGeom>
          <a:solidFill>
            <a:srgbClr val="5B9A6D"/>
          </a:solidFill>
        </p:spPr>
      </p:sp>
      <p:sp>
        <p:nvSpPr>
          <p:cNvPr id="13" name="Text 11"/>
          <p:cNvSpPr/>
          <p:nvPr/>
        </p:nvSpPr>
        <p:spPr>
          <a:xfrm>
            <a:off x="5969000" y="21590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25908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Browse and apply to projects with advanced filters for skills, budget, and category preferences.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117600"/>
            <a:ext cx="4826000" cy="3429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22000" y="1371600"/>
            <a:ext cx="609600" cy="609600"/>
          </a:xfrm>
          <a:prstGeom prst="ellipse">
            <a:avLst/>
          </a:prstGeom>
          <a:solidFill>
            <a:srgbClr val="7C6FAB">
              <a:alpha val="12549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10236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7C6FAB"/>
          </a:solidFill>
        </p:spPr>
      </p:sp>
      <p:sp>
        <p:nvSpPr>
          <p:cNvPr id="18" name="Text 16"/>
          <p:cNvSpPr/>
          <p:nvPr/>
        </p:nvSpPr>
        <p:spPr>
          <a:xfrm>
            <a:off x="10922000" y="21590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Internship Portal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2590800"/>
            <a:ext cx="4318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Students apply to internship opportunities and gain real-world experience while building their portfolio.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800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6000" y="5054600"/>
            <a:ext cx="609600" cy="609600"/>
          </a:xfrm>
          <a:prstGeom prst="ellipse">
            <a:avLst/>
          </a:prstGeom>
          <a:solidFill>
            <a:srgbClr val="E8913A">
              <a:alpha val="12549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1117600" y="5156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0650"/>
                </a:moveTo>
                <a:cubicBezTo>
                  <a:pt x="241751" y="120650"/>
                  <a:pt x="273050" y="89351"/>
                  <a:pt x="273050" y="50800"/>
                </a:cubicBezTo>
                <a:cubicBezTo>
                  <a:pt x="273050" y="12249"/>
                  <a:pt x="241751" y="-19050"/>
                  <a:pt x="203200" y="-19050"/>
                </a:cubicBezTo>
                <a:cubicBezTo>
                  <a:pt x="164649" y="-19050"/>
                  <a:pt x="133350" y="12249"/>
                  <a:pt x="133350" y="50800"/>
                </a:cubicBezTo>
                <a:cubicBezTo>
                  <a:pt x="133350" y="89351"/>
                  <a:pt x="164649" y="120650"/>
                  <a:pt x="203200" y="120650"/>
                </a:cubicBezTo>
                <a:close/>
                <a:moveTo>
                  <a:pt x="203200" y="357743"/>
                </a:moveTo>
                <a:lnTo>
                  <a:pt x="203200" y="239236"/>
                </a:lnTo>
                <a:cubicBezTo>
                  <a:pt x="216138" y="233839"/>
                  <a:pt x="229314" y="228362"/>
                  <a:pt x="242649" y="222806"/>
                </a:cubicBezTo>
                <a:cubicBezTo>
                  <a:pt x="273606" y="209947"/>
                  <a:pt x="306784" y="203279"/>
                  <a:pt x="340360" y="203279"/>
                </a:cubicBezTo>
                <a:lnTo>
                  <a:pt x="355600" y="203279"/>
                </a:lnTo>
                <a:lnTo>
                  <a:pt x="355600" y="330279"/>
                </a:lnTo>
                <a:lnTo>
                  <a:pt x="340360" y="330279"/>
                </a:lnTo>
                <a:cubicBezTo>
                  <a:pt x="293449" y="330279"/>
                  <a:pt x="246936" y="339566"/>
                  <a:pt x="203597" y="357664"/>
                </a:cubicBezTo>
                <a:lnTo>
                  <a:pt x="203200" y="357822"/>
                </a:lnTo>
                <a:close/>
                <a:moveTo>
                  <a:pt x="203200" y="184150"/>
                </a:moveTo>
                <a:lnTo>
                  <a:pt x="183277" y="175816"/>
                </a:lnTo>
                <a:cubicBezTo>
                  <a:pt x="146129" y="160338"/>
                  <a:pt x="106283" y="152400"/>
                  <a:pt x="66040" y="152400"/>
                </a:cubicBezTo>
                <a:lnTo>
                  <a:pt x="38100" y="152400"/>
                </a:lnTo>
                <a:cubicBezTo>
                  <a:pt x="17066" y="152400"/>
                  <a:pt x="0" y="169466"/>
                  <a:pt x="0" y="1905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66040" y="381000"/>
                </a:lnTo>
                <a:cubicBezTo>
                  <a:pt x="106283" y="381000"/>
                  <a:pt x="146129" y="388938"/>
                  <a:pt x="183277" y="404416"/>
                </a:cubicBezTo>
                <a:lnTo>
                  <a:pt x="193437" y="408622"/>
                </a:lnTo>
                <a:cubicBezTo>
                  <a:pt x="199708" y="411242"/>
                  <a:pt x="206692" y="411242"/>
                  <a:pt x="212963" y="408622"/>
                </a:cubicBezTo>
                <a:lnTo>
                  <a:pt x="223123" y="404416"/>
                </a:lnTo>
                <a:cubicBezTo>
                  <a:pt x="260271" y="388937"/>
                  <a:pt x="300117" y="381000"/>
                  <a:pt x="34036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90500"/>
                </a:lnTo>
                <a:cubicBezTo>
                  <a:pt x="406400" y="169466"/>
                  <a:pt x="389334" y="152400"/>
                  <a:pt x="368300" y="152400"/>
                </a:cubicBezTo>
                <a:lnTo>
                  <a:pt x="340360" y="152400"/>
                </a:lnTo>
                <a:cubicBezTo>
                  <a:pt x="300117" y="152400"/>
                  <a:pt x="260271" y="160337"/>
                  <a:pt x="223123" y="175816"/>
                </a:cubicBezTo>
                <a:lnTo>
                  <a:pt x="203200" y="184150"/>
                </a:lnTo>
                <a:close/>
              </a:path>
            </a:pathLst>
          </a:custGeom>
          <a:solidFill>
            <a:srgbClr val="E8913A"/>
          </a:solidFill>
        </p:spPr>
      </p:sp>
      <p:sp>
        <p:nvSpPr>
          <p:cNvPr id="23" name="Text 21"/>
          <p:cNvSpPr/>
          <p:nvPr/>
        </p:nvSpPr>
        <p:spPr>
          <a:xfrm>
            <a:off x="1016000" y="58420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Learning Paths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2738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Courses, quizzes, progress tracking and certificates to help freelancers upskill continuously.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4800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69000" y="5054600"/>
            <a:ext cx="609600" cy="609600"/>
          </a:xfrm>
          <a:prstGeom prst="ellipse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070600" y="5156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381000"/>
                </a:moveTo>
                <a:cubicBezTo>
                  <a:pt x="315436" y="381000"/>
                  <a:pt x="406400" y="295672"/>
                  <a:pt x="406400" y="190500"/>
                </a:cubicBezTo>
                <a:cubicBezTo>
                  <a:pt x="406400" y="85328"/>
                  <a:pt x="315436" y="0"/>
                  <a:pt x="203200" y="0"/>
                </a:cubicBezTo>
                <a:cubicBezTo>
                  <a:pt x="90964" y="0"/>
                  <a:pt x="0" y="85328"/>
                  <a:pt x="0" y="190500"/>
                </a:cubicBezTo>
                <a:cubicBezTo>
                  <a:pt x="0" y="233601"/>
                  <a:pt x="15240" y="273288"/>
                  <a:pt x="40958" y="305197"/>
                </a:cubicBezTo>
                <a:lnTo>
                  <a:pt x="2223" y="378460"/>
                </a:lnTo>
                <a:cubicBezTo>
                  <a:pt x="-1587" y="385604"/>
                  <a:pt x="-397" y="394335"/>
                  <a:pt x="5080" y="400288"/>
                </a:cubicBezTo>
                <a:cubicBezTo>
                  <a:pt x="10557" y="406241"/>
                  <a:pt x="19209" y="408067"/>
                  <a:pt x="26591" y="404892"/>
                </a:cubicBezTo>
                <a:lnTo>
                  <a:pt x="120571" y="364649"/>
                </a:lnTo>
                <a:cubicBezTo>
                  <a:pt x="145812" y="375126"/>
                  <a:pt x="173752" y="381000"/>
                  <a:pt x="203200" y="381000"/>
                </a:cubicBezTo>
                <a:close/>
                <a:moveTo>
                  <a:pt x="101600" y="165100"/>
                </a:moveTo>
                <a:cubicBezTo>
                  <a:pt x="115619" y="165100"/>
                  <a:pt x="127000" y="176481"/>
                  <a:pt x="127000" y="190500"/>
                </a:cubicBezTo>
                <a:cubicBezTo>
                  <a:pt x="127000" y="204519"/>
                  <a:pt x="115619" y="215900"/>
                  <a:pt x="101600" y="215900"/>
                </a:cubicBezTo>
                <a:cubicBezTo>
                  <a:pt x="87581" y="215900"/>
                  <a:pt x="76200" y="204519"/>
                  <a:pt x="76200" y="190500"/>
                </a:cubicBezTo>
                <a:cubicBezTo>
                  <a:pt x="76200" y="176481"/>
                  <a:pt x="87581" y="165100"/>
                  <a:pt x="101600" y="165100"/>
                </a:cubicBezTo>
                <a:close/>
                <a:moveTo>
                  <a:pt x="203200" y="165100"/>
                </a:moveTo>
                <a:cubicBezTo>
                  <a:pt x="217219" y="165100"/>
                  <a:pt x="228600" y="176481"/>
                  <a:pt x="228600" y="190500"/>
                </a:cubicBezTo>
                <a:cubicBezTo>
                  <a:pt x="228600" y="204519"/>
                  <a:pt x="217219" y="215900"/>
                  <a:pt x="203200" y="215900"/>
                </a:cubicBezTo>
                <a:cubicBezTo>
                  <a:pt x="189181" y="215900"/>
                  <a:pt x="177800" y="204519"/>
                  <a:pt x="177800" y="190500"/>
                </a:cubicBezTo>
                <a:cubicBezTo>
                  <a:pt x="177800" y="176481"/>
                  <a:pt x="189181" y="165100"/>
                  <a:pt x="203200" y="165100"/>
                </a:cubicBezTo>
                <a:close/>
                <a:moveTo>
                  <a:pt x="279400" y="190500"/>
                </a:moveTo>
                <a:cubicBezTo>
                  <a:pt x="279400" y="176481"/>
                  <a:pt x="290781" y="165100"/>
                  <a:pt x="304800" y="165100"/>
                </a:cubicBezTo>
                <a:cubicBezTo>
                  <a:pt x="318819" y="165100"/>
                  <a:pt x="330200" y="176481"/>
                  <a:pt x="330200" y="190500"/>
                </a:cubicBezTo>
                <a:cubicBezTo>
                  <a:pt x="330200" y="204519"/>
                  <a:pt x="318819" y="215900"/>
                  <a:pt x="304800" y="215900"/>
                </a:cubicBezTo>
                <a:cubicBezTo>
                  <a:pt x="290781" y="215900"/>
                  <a:pt x="279400" y="204519"/>
                  <a:pt x="279400" y="19050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28" name="Text 26"/>
          <p:cNvSpPr/>
          <p:nvPr/>
        </p:nvSpPr>
        <p:spPr>
          <a:xfrm>
            <a:off x="5969000" y="58420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Chat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0" y="62738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Project-based messaging between clients and freelancers for seamless collaboration.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8000" y="4800600"/>
            <a:ext cx="4826000" cy="3429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922000" y="5054600"/>
            <a:ext cx="609600" cy="609600"/>
          </a:xfrm>
          <a:prstGeom prst="ellipse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11023600" y="5156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101600"/>
                </a:moveTo>
                <a:lnTo>
                  <a:pt x="0" y="127000"/>
                </a:lnTo>
                <a:lnTo>
                  <a:pt x="406400" y="127000"/>
                </a:ln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ubicBezTo>
                  <a:pt x="22781" y="50800"/>
                  <a:pt x="0" y="73581"/>
                  <a:pt x="0" y="101600"/>
                </a:cubicBezTo>
                <a:close/>
                <a:moveTo>
                  <a:pt x="0" y="165100"/>
                </a:move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65100"/>
                </a:lnTo>
                <a:lnTo>
                  <a:pt x="0" y="165100"/>
                </a:lnTo>
                <a:close/>
                <a:moveTo>
                  <a:pt x="50800" y="285750"/>
                </a:moveTo>
                <a:cubicBezTo>
                  <a:pt x="50800" y="275193"/>
                  <a:pt x="59293" y="266700"/>
                  <a:pt x="69850" y="266700"/>
                </a:cubicBezTo>
                <a:lnTo>
                  <a:pt x="107950" y="266700"/>
                </a:lnTo>
                <a:cubicBezTo>
                  <a:pt x="118507" y="266700"/>
                  <a:pt x="127000" y="275193"/>
                  <a:pt x="127000" y="285750"/>
                </a:cubicBezTo>
                <a:cubicBezTo>
                  <a:pt x="127000" y="296307"/>
                  <a:pt x="118507" y="304800"/>
                  <a:pt x="107950" y="304800"/>
                </a:cubicBezTo>
                <a:lnTo>
                  <a:pt x="69850" y="304800"/>
                </a:lnTo>
                <a:cubicBezTo>
                  <a:pt x="59293" y="304800"/>
                  <a:pt x="50800" y="296307"/>
                  <a:pt x="50800" y="285750"/>
                </a:cubicBezTo>
                <a:close/>
                <a:moveTo>
                  <a:pt x="165100" y="285750"/>
                </a:moveTo>
                <a:cubicBezTo>
                  <a:pt x="165100" y="275193"/>
                  <a:pt x="173593" y="266700"/>
                  <a:pt x="184150" y="266700"/>
                </a:cubicBez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84150" y="304800"/>
                </a:lnTo>
                <a:cubicBezTo>
                  <a:pt x="173593" y="304800"/>
                  <a:pt x="165100" y="296307"/>
                  <a:pt x="165100" y="28575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33" name="Text 31"/>
          <p:cNvSpPr/>
          <p:nvPr/>
        </p:nvSpPr>
        <p:spPr>
          <a:xfrm>
            <a:off x="10922000" y="58420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IN" altLang="en-US" b="1" dirty="0">
                <a:solidFill>
                  <a:srgbClr val="00B050"/>
                </a:solidFill>
              </a:rPr>
              <a:t>Reviews  and Ratings</a:t>
            </a:r>
            <a:endParaRPr lang="en-IN" altLang="en-US" b="1" dirty="0">
              <a:solidFill>
                <a:srgbClr val="00B05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922000" y="6273800"/>
            <a:ext cx="4318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en-US" sz="1600" dirty="0">
                <a:solidFill>
                  <a:schemeClr val="bg2">
                    <a:lumMod val="50000"/>
                  </a:schemeClr>
                </a:solidFill>
              </a:rPr>
              <a:t>Clients and freelancers can rate and review each other based on project experience, ensuring trust, quality, and transparency on the platform.</a:t>
            </a:r>
            <a:endParaRPr lang="en-US" alt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2159000" y="1397000"/>
            <a:ext cx="12954000" cy="177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00" y="904875"/>
            <a:ext cx="381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8000" y="4572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6000" y="482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12" name="Text 10"/>
          <p:cNvSpPr/>
          <p:nvPr/>
        </p:nvSpPr>
        <p:spPr>
          <a:xfrm>
            <a:off x="1625600" y="4826000"/>
            <a:ext cx="3429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334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React + Vite + Tailwind CSS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0" y="4572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70575" y="482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16" name="Text 14"/>
          <p:cNvSpPr/>
          <p:nvPr/>
        </p:nvSpPr>
        <p:spPr>
          <a:xfrm>
            <a:off x="6451600" y="4826000"/>
            <a:ext cx="3429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42000" y="5334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14000" y="4572000"/>
            <a:ext cx="5080000" cy="1778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96575" y="482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7C6FAB"/>
          </a:solidFill>
        </p:spPr>
      </p:sp>
      <p:sp>
        <p:nvSpPr>
          <p:cNvPr id="20" name="Text 18"/>
          <p:cNvSpPr/>
          <p:nvPr/>
        </p:nvSpPr>
        <p:spPr>
          <a:xfrm>
            <a:off x="11277600" y="4826000"/>
            <a:ext cx="3937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68000" y="53340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MongoDB with Mongoose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731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59000" y="6908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E8913A"/>
          </a:solidFill>
        </p:spPr>
      </p:sp>
      <p:sp>
        <p:nvSpPr>
          <p:cNvPr id="24" name="Text 22"/>
          <p:cNvSpPr/>
          <p:nvPr/>
        </p:nvSpPr>
        <p:spPr>
          <a:xfrm>
            <a:off x="889000" y="7391400"/>
            <a:ext cx="3175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Smart Matching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AI-powered recommendations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45000" y="6731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91200" y="6908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27" name="Text 25"/>
          <p:cNvSpPr/>
          <p:nvPr/>
        </p:nvSpPr>
        <p:spPr>
          <a:xfrm>
            <a:off x="4572000" y="7391400"/>
            <a:ext cx="3175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Real-Time Chat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Instant communication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8000" y="6731000"/>
            <a:ext cx="3429000" cy="1524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99600" y="6908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30" name="Text 28"/>
          <p:cNvSpPr/>
          <p:nvPr/>
        </p:nvSpPr>
        <p:spPr>
          <a:xfrm>
            <a:off x="8255000" y="7391400"/>
            <a:ext cx="3175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Learning Paths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Skill development courses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938000" y="7391400"/>
            <a:ext cx="34290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Box 34"/>
          <p:cNvSpPr txBox="1"/>
          <p:nvPr/>
        </p:nvSpPr>
        <p:spPr>
          <a:xfrm>
            <a:off x="1039495" y="2346325"/>
            <a:ext cx="9328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/>
          </a:p>
        </p:txBody>
      </p:sp>
      <p:sp>
        <p:nvSpPr>
          <p:cNvPr id="36" name="Shape 8"/>
          <p:cNvSpPr/>
          <p:nvPr/>
        </p:nvSpPr>
        <p:spPr>
          <a:xfrm>
            <a:off x="635000" y="1775460"/>
            <a:ext cx="14185900" cy="1778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  <p:txBody>
          <a:bodyPr/>
          <a:p>
            <a:endParaRPr lang="en-US" altLang="en-US" sz="2400"/>
          </a:p>
          <a:p>
            <a:r>
              <a:rPr lang="en-US" altLang="en-US" sz="2800">
                <a:solidFill>
                  <a:schemeClr val="bg2">
                    <a:lumMod val="25000"/>
                  </a:schemeClr>
                </a:solidFill>
              </a:rPr>
              <a:t>Our tech stack is designed for scalability, performance, and seamless user experience across the platform.</a:t>
            </a:r>
            <a:endParaRPr lang="en-US" altLang="en-US" sz="280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1117600"/>
            <a:ext cx="7048500" cy="508000"/>
          </a:xfrm>
          <a:prstGeom prst="roundRect">
            <a:avLst>
              <a:gd name="adj" fmla="val 6000"/>
            </a:avLst>
          </a:prstGeom>
          <a:solidFill>
            <a:srgbClr val="3D7A8C"/>
          </a:solidFill>
        </p:spPr>
      </p:sp>
      <p:sp>
        <p:nvSpPr>
          <p:cNvPr id="6" name="Text 4"/>
          <p:cNvSpPr/>
          <p:nvPr/>
        </p:nvSpPr>
        <p:spPr>
          <a:xfrm>
            <a:off x="762000" y="1117600"/>
            <a:ext cx="7048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Frontend &amp; Backend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625600"/>
            <a:ext cx="7048500" cy="66040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668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0453" y="123071"/>
                </a:moveTo>
                <a:cubicBezTo>
                  <a:pt x="286703" y="121821"/>
                  <a:pt x="282952" y="120640"/>
                  <a:pt x="279202" y="119529"/>
                </a:cubicBezTo>
                <a:cubicBezTo>
                  <a:pt x="279827" y="116959"/>
                  <a:pt x="280382" y="114389"/>
                  <a:pt x="280938" y="111820"/>
                </a:cubicBezTo>
                <a:cubicBezTo>
                  <a:pt x="289481" y="70425"/>
                  <a:pt x="283855" y="37157"/>
                  <a:pt x="264894" y="26184"/>
                </a:cubicBezTo>
                <a:cubicBezTo>
                  <a:pt x="246628" y="15696"/>
                  <a:pt x="216833" y="26601"/>
                  <a:pt x="186690" y="52854"/>
                </a:cubicBezTo>
                <a:cubicBezTo>
                  <a:pt x="183704" y="55424"/>
                  <a:pt x="180786" y="58132"/>
                  <a:pt x="178008" y="60841"/>
                </a:cubicBezTo>
                <a:cubicBezTo>
                  <a:pt x="176133" y="59035"/>
                  <a:pt x="174188" y="57229"/>
                  <a:pt x="172244" y="55493"/>
                </a:cubicBezTo>
                <a:cubicBezTo>
                  <a:pt x="140643" y="27434"/>
                  <a:pt x="108972" y="15627"/>
                  <a:pt x="90011" y="26670"/>
                </a:cubicBezTo>
                <a:cubicBezTo>
                  <a:pt x="71815" y="37227"/>
                  <a:pt x="66397" y="68550"/>
                  <a:pt x="74037" y="107722"/>
                </a:cubicBezTo>
                <a:cubicBezTo>
                  <a:pt x="74801" y="111611"/>
                  <a:pt x="75634" y="115431"/>
                  <a:pt x="76607" y="119320"/>
                </a:cubicBezTo>
                <a:cubicBezTo>
                  <a:pt x="72162" y="120571"/>
                  <a:pt x="67786" y="121960"/>
                  <a:pt x="63689" y="123418"/>
                </a:cubicBezTo>
                <a:cubicBezTo>
                  <a:pt x="26601" y="136267"/>
                  <a:pt x="0" y="156547"/>
                  <a:pt x="0" y="177522"/>
                </a:cubicBezTo>
                <a:cubicBezTo>
                  <a:pt x="0" y="199192"/>
                  <a:pt x="28337" y="220930"/>
                  <a:pt x="66883" y="234126"/>
                </a:cubicBezTo>
                <a:cubicBezTo>
                  <a:pt x="70009" y="235168"/>
                  <a:pt x="73134" y="236210"/>
                  <a:pt x="76329" y="237113"/>
                </a:cubicBezTo>
                <a:cubicBezTo>
                  <a:pt x="75287" y="241280"/>
                  <a:pt x="74384" y="245378"/>
                  <a:pt x="73551" y="249615"/>
                </a:cubicBezTo>
                <a:cubicBezTo>
                  <a:pt x="66258" y="288161"/>
                  <a:pt x="71953" y="318720"/>
                  <a:pt x="90150" y="329208"/>
                </a:cubicBezTo>
                <a:cubicBezTo>
                  <a:pt x="108902" y="340043"/>
                  <a:pt x="140434" y="328930"/>
                  <a:pt x="171132" y="302052"/>
                </a:cubicBezTo>
                <a:cubicBezTo>
                  <a:pt x="173563" y="299899"/>
                  <a:pt x="175994" y="297676"/>
                  <a:pt x="178425" y="295315"/>
                </a:cubicBezTo>
                <a:cubicBezTo>
                  <a:pt x="181481" y="298301"/>
                  <a:pt x="184676" y="301149"/>
                  <a:pt x="187871" y="303927"/>
                </a:cubicBezTo>
                <a:cubicBezTo>
                  <a:pt x="217597" y="329486"/>
                  <a:pt x="246975" y="339834"/>
                  <a:pt x="265103" y="329347"/>
                </a:cubicBezTo>
                <a:cubicBezTo>
                  <a:pt x="283855" y="318512"/>
                  <a:pt x="289967" y="285661"/>
                  <a:pt x="282049" y="245656"/>
                </a:cubicBezTo>
                <a:cubicBezTo>
                  <a:pt x="281424" y="242600"/>
                  <a:pt x="280730" y="239474"/>
                  <a:pt x="279966" y="236280"/>
                </a:cubicBezTo>
                <a:cubicBezTo>
                  <a:pt x="282188" y="235654"/>
                  <a:pt x="284341" y="234960"/>
                  <a:pt x="286494" y="234265"/>
                </a:cubicBezTo>
                <a:cubicBezTo>
                  <a:pt x="326569" y="221000"/>
                  <a:pt x="355600" y="199539"/>
                  <a:pt x="355600" y="177522"/>
                </a:cubicBezTo>
                <a:cubicBezTo>
                  <a:pt x="355600" y="156478"/>
                  <a:pt x="328235" y="136059"/>
                  <a:pt x="290453" y="123071"/>
                </a:cubicBezTo>
                <a:close/>
                <a:moveTo>
                  <a:pt x="196483" y="64105"/>
                </a:moveTo>
                <a:cubicBezTo>
                  <a:pt x="222319" y="41602"/>
                  <a:pt x="246420" y="32782"/>
                  <a:pt x="257393" y="39102"/>
                </a:cubicBezTo>
                <a:cubicBezTo>
                  <a:pt x="269131" y="45839"/>
                  <a:pt x="273645" y="73065"/>
                  <a:pt x="266283" y="108833"/>
                </a:cubicBezTo>
                <a:cubicBezTo>
                  <a:pt x="265797" y="111194"/>
                  <a:pt x="265311" y="113486"/>
                  <a:pt x="264686" y="115778"/>
                </a:cubicBezTo>
                <a:cubicBezTo>
                  <a:pt x="249267" y="112306"/>
                  <a:pt x="233640" y="109805"/>
                  <a:pt x="217944" y="108416"/>
                </a:cubicBezTo>
                <a:cubicBezTo>
                  <a:pt x="208915" y="95498"/>
                  <a:pt x="199053" y="83135"/>
                  <a:pt x="188357" y="71537"/>
                </a:cubicBezTo>
                <a:cubicBezTo>
                  <a:pt x="191066" y="68967"/>
                  <a:pt x="193705" y="66536"/>
                  <a:pt x="196483" y="64105"/>
                </a:cubicBezTo>
                <a:close/>
                <a:moveTo>
                  <a:pt x="116126" y="213568"/>
                </a:moveTo>
                <a:cubicBezTo>
                  <a:pt x="119668" y="219611"/>
                  <a:pt x="123279" y="225653"/>
                  <a:pt x="127099" y="231557"/>
                </a:cubicBezTo>
                <a:cubicBezTo>
                  <a:pt x="116265" y="230376"/>
                  <a:pt x="105499" y="228640"/>
                  <a:pt x="94873" y="226348"/>
                </a:cubicBezTo>
                <a:cubicBezTo>
                  <a:pt x="97929" y="216346"/>
                  <a:pt x="101749" y="205998"/>
                  <a:pt x="106194" y="195441"/>
                </a:cubicBezTo>
                <a:cubicBezTo>
                  <a:pt x="109389" y="201553"/>
                  <a:pt x="112653" y="207595"/>
                  <a:pt x="116126" y="213568"/>
                </a:cubicBezTo>
                <a:close/>
                <a:moveTo>
                  <a:pt x="95081" y="130016"/>
                </a:moveTo>
                <a:cubicBezTo>
                  <a:pt x="105083" y="127794"/>
                  <a:pt x="115709" y="125988"/>
                  <a:pt x="126752" y="124599"/>
                </a:cubicBezTo>
                <a:cubicBezTo>
                  <a:pt x="123071" y="130364"/>
                  <a:pt x="119459" y="136267"/>
                  <a:pt x="116056" y="142240"/>
                </a:cubicBezTo>
                <a:cubicBezTo>
                  <a:pt x="112653" y="148144"/>
                  <a:pt x="109319" y="154186"/>
                  <a:pt x="106194" y="160298"/>
                </a:cubicBezTo>
                <a:cubicBezTo>
                  <a:pt x="101818" y="149949"/>
                  <a:pt x="98137" y="139809"/>
                  <a:pt x="95081" y="130016"/>
                </a:cubicBezTo>
                <a:close/>
                <a:moveTo>
                  <a:pt x="114111" y="177869"/>
                </a:moveTo>
                <a:cubicBezTo>
                  <a:pt x="118695" y="168285"/>
                  <a:pt x="123696" y="158909"/>
                  <a:pt x="128974" y="149671"/>
                </a:cubicBezTo>
                <a:cubicBezTo>
                  <a:pt x="134253" y="140434"/>
                  <a:pt x="139948" y="131475"/>
                  <a:pt x="145921" y="122654"/>
                </a:cubicBezTo>
                <a:cubicBezTo>
                  <a:pt x="156339" y="121890"/>
                  <a:pt x="166965" y="121474"/>
                  <a:pt x="177800" y="121474"/>
                </a:cubicBezTo>
                <a:cubicBezTo>
                  <a:pt x="188635" y="121474"/>
                  <a:pt x="199330" y="121890"/>
                  <a:pt x="209679" y="122654"/>
                </a:cubicBezTo>
                <a:cubicBezTo>
                  <a:pt x="215583" y="131405"/>
                  <a:pt x="221208" y="140365"/>
                  <a:pt x="226556" y="149533"/>
                </a:cubicBezTo>
                <a:cubicBezTo>
                  <a:pt x="231904" y="158700"/>
                  <a:pt x="236905" y="168077"/>
                  <a:pt x="241627" y="177592"/>
                </a:cubicBezTo>
                <a:cubicBezTo>
                  <a:pt x="236974" y="187176"/>
                  <a:pt x="231973" y="196622"/>
                  <a:pt x="226626" y="205929"/>
                </a:cubicBezTo>
                <a:cubicBezTo>
                  <a:pt x="221347" y="215166"/>
                  <a:pt x="215721" y="224125"/>
                  <a:pt x="209818" y="233015"/>
                </a:cubicBezTo>
                <a:cubicBezTo>
                  <a:pt x="199469" y="233779"/>
                  <a:pt x="188704" y="234126"/>
                  <a:pt x="177800" y="234126"/>
                </a:cubicBezTo>
                <a:cubicBezTo>
                  <a:pt x="166896" y="234126"/>
                  <a:pt x="156339" y="233779"/>
                  <a:pt x="146129" y="233154"/>
                </a:cubicBezTo>
                <a:cubicBezTo>
                  <a:pt x="140087" y="224334"/>
                  <a:pt x="134392" y="215305"/>
                  <a:pt x="129044" y="206067"/>
                </a:cubicBezTo>
                <a:cubicBezTo>
                  <a:pt x="123696" y="196830"/>
                  <a:pt x="118765" y="187454"/>
                  <a:pt x="114111" y="177869"/>
                </a:cubicBezTo>
                <a:close/>
                <a:moveTo>
                  <a:pt x="239544" y="213429"/>
                </a:moveTo>
                <a:cubicBezTo>
                  <a:pt x="243086" y="207318"/>
                  <a:pt x="246420" y="201136"/>
                  <a:pt x="249684" y="194885"/>
                </a:cubicBezTo>
                <a:cubicBezTo>
                  <a:pt x="254129" y="204956"/>
                  <a:pt x="258018" y="215166"/>
                  <a:pt x="261422" y="225653"/>
                </a:cubicBezTo>
                <a:cubicBezTo>
                  <a:pt x="250656" y="228084"/>
                  <a:pt x="239752" y="229959"/>
                  <a:pt x="228779" y="231209"/>
                </a:cubicBezTo>
                <a:cubicBezTo>
                  <a:pt x="232529" y="225375"/>
                  <a:pt x="236071" y="219402"/>
                  <a:pt x="239544" y="213429"/>
                </a:cubicBezTo>
                <a:close/>
                <a:moveTo>
                  <a:pt x="249545" y="160298"/>
                </a:moveTo>
                <a:cubicBezTo>
                  <a:pt x="246281" y="154186"/>
                  <a:pt x="242947" y="148074"/>
                  <a:pt x="239474" y="142101"/>
                </a:cubicBezTo>
                <a:cubicBezTo>
                  <a:pt x="236071" y="136198"/>
                  <a:pt x="232529" y="130364"/>
                  <a:pt x="228848" y="124599"/>
                </a:cubicBezTo>
                <a:cubicBezTo>
                  <a:pt x="240030" y="125988"/>
                  <a:pt x="250726" y="127863"/>
                  <a:pt x="260727" y="130155"/>
                </a:cubicBezTo>
                <a:cubicBezTo>
                  <a:pt x="257532" y="140434"/>
                  <a:pt x="253782" y="150435"/>
                  <a:pt x="249545" y="160298"/>
                </a:cubicBezTo>
                <a:close/>
                <a:moveTo>
                  <a:pt x="177939" y="82163"/>
                </a:moveTo>
                <a:cubicBezTo>
                  <a:pt x="185231" y="90081"/>
                  <a:pt x="192107" y="98415"/>
                  <a:pt x="198497" y="107027"/>
                </a:cubicBezTo>
                <a:cubicBezTo>
                  <a:pt x="184745" y="106402"/>
                  <a:pt x="170924" y="106402"/>
                  <a:pt x="157172" y="107027"/>
                </a:cubicBezTo>
                <a:cubicBezTo>
                  <a:pt x="163979" y="98068"/>
                  <a:pt x="170994" y="89733"/>
                  <a:pt x="177939" y="82163"/>
                </a:cubicBezTo>
                <a:close/>
                <a:moveTo>
                  <a:pt x="97373" y="39588"/>
                </a:moveTo>
                <a:cubicBezTo>
                  <a:pt x="109041" y="32782"/>
                  <a:pt x="134947" y="42505"/>
                  <a:pt x="162243" y="66675"/>
                </a:cubicBezTo>
                <a:cubicBezTo>
                  <a:pt x="163979" y="68203"/>
                  <a:pt x="165715" y="69870"/>
                  <a:pt x="167521" y="71537"/>
                </a:cubicBezTo>
                <a:cubicBezTo>
                  <a:pt x="156756" y="83135"/>
                  <a:pt x="146824" y="95498"/>
                  <a:pt x="137726" y="108416"/>
                </a:cubicBezTo>
                <a:cubicBezTo>
                  <a:pt x="122029" y="109805"/>
                  <a:pt x="106472" y="112236"/>
                  <a:pt x="91053" y="115639"/>
                </a:cubicBezTo>
                <a:cubicBezTo>
                  <a:pt x="90150" y="112097"/>
                  <a:pt x="89386" y="108486"/>
                  <a:pt x="88622" y="104874"/>
                </a:cubicBezTo>
                <a:cubicBezTo>
                  <a:pt x="82094" y="71259"/>
                  <a:pt x="86400" y="45909"/>
                  <a:pt x="97373" y="39588"/>
                </a:cubicBezTo>
                <a:close/>
                <a:moveTo>
                  <a:pt x="80357" y="222667"/>
                </a:moveTo>
                <a:cubicBezTo>
                  <a:pt x="77440" y="221833"/>
                  <a:pt x="74593" y="220930"/>
                  <a:pt x="71745" y="219958"/>
                </a:cubicBezTo>
                <a:cubicBezTo>
                  <a:pt x="56952" y="215305"/>
                  <a:pt x="40144" y="207943"/>
                  <a:pt x="27990" y="198289"/>
                </a:cubicBezTo>
                <a:cubicBezTo>
                  <a:pt x="20975" y="193427"/>
                  <a:pt x="16252" y="185926"/>
                  <a:pt x="14932" y="177522"/>
                </a:cubicBezTo>
                <a:cubicBezTo>
                  <a:pt x="14932" y="164812"/>
                  <a:pt x="36880" y="148560"/>
                  <a:pt x="68550" y="137517"/>
                </a:cubicBezTo>
                <a:cubicBezTo>
                  <a:pt x="72509" y="136128"/>
                  <a:pt x="76537" y="134878"/>
                  <a:pt x="80566" y="133697"/>
                </a:cubicBezTo>
                <a:cubicBezTo>
                  <a:pt x="85288" y="148769"/>
                  <a:pt x="90984" y="163562"/>
                  <a:pt x="97582" y="177869"/>
                </a:cubicBezTo>
                <a:cubicBezTo>
                  <a:pt x="90914" y="192385"/>
                  <a:pt x="85150" y="207387"/>
                  <a:pt x="80357" y="222667"/>
                </a:cubicBezTo>
                <a:close/>
                <a:moveTo>
                  <a:pt x="161340" y="290731"/>
                </a:moveTo>
                <a:cubicBezTo>
                  <a:pt x="149880" y="301218"/>
                  <a:pt x="136614" y="309553"/>
                  <a:pt x="122168" y="315248"/>
                </a:cubicBezTo>
                <a:cubicBezTo>
                  <a:pt x="114459" y="318929"/>
                  <a:pt x="105569" y="319276"/>
                  <a:pt x="97651" y="316151"/>
                </a:cubicBezTo>
                <a:cubicBezTo>
                  <a:pt x="86608" y="309761"/>
                  <a:pt x="82024" y="285244"/>
                  <a:pt x="88275" y="252254"/>
                </a:cubicBezTo>
                <a:cubicBezTo>
                  <a:pt x="89039" y="248364"/>
                  <a:pt x="89872" y="244475"/>
                  <a:pt x="90845" y="240655"/>
                </a:cubicBezTo>
                <a:cubicBezTo>
                  <a:pt x="106402" y="243989"/>
                  <a:pt x="122099" y="246281"/>
                  <a:pt x="138003" y="247461"/>
                </a:cubicBezTo>
                <a:cubicBezTo>
                  <a:pt x="147171" y="260449"/>
                  <a:pt x="157242" y="272881"/>
                  <a:pt x="168007" y="284549"/>
                </a:cubicBezTo>
                <a:cubicBezTo>
                  <a:pt x="165785" y="286703"/>
                  <a:pt x="163562" y="288786"/>
                  <a:pt x="161340" y="290731"/>
                </a:cubicBezTo>
                <a:close/>
                <a:moveTo>
                  <a:pt x="178356" y="273854"/>
                </a:moveTo>
                <a:cubicBezTo>
                  <a:pt x="171271" y="266214"/>
                  <a:pt x="164187" y="257741"/>
                  <a:pt x="157311" y="248642"/>
                </a:cubicBezTo>
                <a:cubicBezTo>
                  <a:pt x="163979" y="248920"/>
                  <a:pt x="170855" y="249059"/>
                  <a:pt x="177800" y="249059"/>
                </a:cubicBezTo>
                <a:cubicBezTo>
                  <a:pt x="184954" y="249059"/>
                  <a:pt x="191968" y="248920"/>
                  <a:pt x="198914" y="248573"/>
                </a:cubicBezTo>
                <a:cubicBezTo>
                  <a:pt x="192524" y="257393"/>
                  <a:pt x="185648" y="265797"/>
                  <a:pt x="178356" y="273854"/>
                </a:cubicBezTo>
                <a:close/>
                <a:moveTo>
                  <a:pt x="269131" y="294690"/>
                </a:moveTo>
                <a:cubicBezTo>
                  <a:pt x="268506" y="303163"/>
                  <a:pt x="264339" y="311081"/>
                  <a:pt x="257671" y="316428"/>
                </a:cubicBezTo>
                <a:cubicBezTo>
                  <a:pt x="246628" y="322818"/>
                  <a:pt x="223083" y="314484"/>
                  <a:pt x="197664" y="292675"/>
                </a:cubicBezTo>
                <a:cubicBezTo>
                  <a:pt x="194747" y="290175"/>
                  <a:pt x="191830" y="287466"/>
                  <a:pt x="188843" y="284688"/>
                </a:cubicBezTo>
                <a:cubicBezTo>
                  <a:pt x="199469" y="272951"/>
                  <a:pt x="209262" y="260519"/>
                  <a:pt x="218152" y="247461"/>
                </a:cubicBezTo>
                <a:cubicBezTo>
                  <a:pt x="234057" y="246142"/>
                  <a:pt x="249892" y="243711"/>
                  <a:pt x="265519" y="240169"/>
                </a:cubicBezTo>
                <a:cubicBezTo>
                  <a:pt x="266214" y="243016"/>
                  <a:pt x="266839" y="245864"/>
                  <a:pt x="267395" y="248642"/>
                </a:cubicBezTo>
                <a:cubicBezTo>
                  <a:pt x="270798" y="263644"/>
                  <a:pt x="271353" y="279271"/>
                  <a:pt x="269131" y="294690"/>
                </a:cubicBezTo>
                <a:close/>
                <a:moveTo>
                  <a:pt x="281771" y="220028"/>
                </a:moveTo>
                <a:cubicBezTo>
                  <a:pt x="279827" y="220653"/>
                  <a:pt x="277882" y="221278"/>
                  <a:pt x="275868" y="221833"/>
                </a:cubicBezTo>
                <a:cubicBezTo>
                  <a:pt x="271006" y="206693"/>
                  <a:pt x="265033" y="191899"/>
                  <a:pt x="258157" y="177522"/>
                </a:cubicBezTo>
                <a:cubicBezTo>
                  <a:pt x="264825" y="163354"/>
                  <a:pt x="270450" y="148769"/>
                  <a:pt x="275173" y="133836"/>
                </a:cubicBezTo>
                <a:cubicBezTo>
                  <a:pt x="278785" y="134878"/>
                  <a:pt x="282257" y="135989"/>
                  <a:pt x="285591" y="137100"/>
                </a:cubicBezTo>
                <a:cubicBezTo>
                  <a:pt x="317956" y="148213"/>
                  <a:pt x="340668" y="164743"/>
                  <a:pt x="340668" y="177383"/>
                </a:cubicBezTo>
                <a:cubicBezTo>
                  <a:pt x="340668" y="190996"/>
                  <a:pt x="316428" y="208568"/>
                  <a:pt x="281771" y="220028"/>
                </a:cubicBezTo>
                <a:close/>
                <a:moveTo>
                  <a:pt x="177800" y="209610"/>
                </a:moveTo>
                <a:cubicBezTo>
                  <a:pt x="195356" y="209610"/>
                  <a:pt x="209610" y="195356"/>
                  <a:pt x="209610" y="177800"/>
                </a:cubicBezTo>
                <a:cubicBezTo>
                  <a:pt x="209610" y="160244"/>
                  <a:pt x="195356" y="145990"/>
                  <a:pt x="177800" y="145990"/>
                </a:cubicBezTo>
                <a:cubicBezTo>
                  <a:pt x="160244" y="145990"/>
                  <a:pt x="145990" y="160244"/>
                  <a:pt x="145990" y="177800"/>
                </a:cubicBezTo>
                <a:cubicBezTo>
                  <a:pt x="145990" y="195356"/>
                  <a:pt x="160244" y="209610"/>
                  <a:pt x="177800" y="20961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9" name="Text 7"/>
          <p:cNvSpPr/>
          <p:nvPr/>
        </p:nvSpPr>
        <p:spPr>
          <a:xfrm>
            <a:off x="1574800" y="1879600"/>
            <a:ext cx="596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React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UI library for component-based frontend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" y="2743200"/>
            <a:ext cx="6477000" cy="12700"/>
          </a:xfrm>
          <a:prstGeom prst="rect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1066800" y="2946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22225"/>
                </a:moveTo>
                <a:cubicBezTo>
                  <a:pt x="200025" y="34518"/>
                  <a:pt x="209957" y="44450"/>
                  <a:pt x="222250" y="44450"/>
                </a:cubicBezTo>
                <a:lnTo>
                  <a:pt x="250031" y="44450"/>
                </a:lnTo>
                <a:cubicBezTo>
                  <a:pt x="259269" y="44450"/>
                  <a:pt x="266700" y="51881"/>
                  <a:pt x="266700" y="61119"/>
                </a:cubicBezTo>
                <a:cubicBezTo>
                  <a:pt x="266700" y="70356"/>
                  <a:pt x="259269" y="77788"/>
                  <a:pt x="250031" y="77788"/>
                </a:cubicBezTo>
                <a:lnTo>
                  <a:pt x="22225" y="77788"/>
                </a:lnTo>
                <a:cubicBezTo>
                  <a:pt x="9932" y="77788"/>
                  <a:pt x="0" y="87719"/>
                  <a:pt x="0" y="100013"/>
                </a:cubicBezTo>
                <a:cubicBezTo>
                  <a:pt x="0" y="112306"/>
                  <a:pt x="9932" y="122238"/>
                  <a:pt x="22225" y="122238"/>
                </a:cubicBezTo>
                <a:lnTo>
                  <a:pt x="250031" y="122238"/>
                </a:lnTo>
                <a:cubicBezTo>
                  <a:pt x="283785" y="122238"/>
                  <a:pt x="311150" y="94873"/>
                  <a:pt x="311150" y="61119"/>
                </a:cubicBezTo>
                <a:cubicBezTo>
                  <a:pt x="311150" y="27365"/>
                  <a:pt x="283785" y="0"/>
                  <a:pt x="250031" y="0"/>
                </a:cubicBezTo>
                <a:lnTo>
                  <a:pt x="222250" y="0"/>
                </a:lnTo>
                <a:cubicBezTo>
                  <a:pt x="209957" y="0"/>
                  <a:pt x="200025" y="9932"/>
                  <a:pt x="200025" y="22225"/>
                </a:cubicBezTo>
                <a:close/>
                <a:moveTo>
                  <a:pt x="244475" y="266700"/>
                </a:moveTo>
                <a:cubicBezTo>
                  <a:pt x="244475" y="278993"/>
                  <a:pt x="254407" y="288925"/>
                  <a:pt x="266700" y="288925"/>
                </a:cubicBezTo>
                <a:lnTo>
                  <a:pt x="288925" y="288925"/>
                </a:lnTo>
                <a:cubicBezTo>
                  <a:pt x="325735" y="288925"/>
                  <a:pt x="355600" y="259060"/>
                  <a:pt x="355600" y="222250"/>
                </a:cubicBezTo>
                <a:cubicBezTo>
                  <a:pt x="355600" y="185440"/>
                  <a:pt x="325735" y="155575"/>
                  <a:pt x="288925" y="155575"/>
                </a:cubicBez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266700" y="244475"/>
                </a:lnTo>
                <a:cubicBezTo>
                  <a:pt x="254407" y="244475"/>
                  <a:pt x="244475" y="254407"/>
                  <a:pt x="244475" y="266700"/>
                </a:cubicBezTo>
                <a:close/>
                <a:moveTo>
                  <a:pt x="88900" y="355600"/>
                </a:moveTo>
                <a:lnTo>
                  <a:pt x="116681" y="355600"/>
                </a:lnTo>
                <a:cubicBezTo>
                  <a:pt x="150435" y="355600"/>
                  <a:pt x="177800" y="328235"/>
                  <a:pt x="177800" y="294481"/>
                </a:cubicBezTo>
                <a:cubicBezTo>
                  <a:pt x="177800" y="260727"/>
                  <a:pt x="150435" y="233363"/>
                  <a:pt x="116681" y="233363"/>
                </a:cubicBezTo>
                <a:lnTo>
                  <a:pt x="22225" y="233363"/>
                </a:lnTo>
                <a:cubicBezTo>
                  <a:pt x="9932" y="233363"/>
                  <a:pt x="0" y="243294"/>
                  <a:pt x="0" y="255587"/>
                </a:cubicBezTo>
                <a:cubicBezTo>
                  <a:pt x="0" y="267881"/>
                  <a:pt x="9932" y="277813"/>
                  <a:pt x="22225" y="277813"/>
                </a:cubicBezTo>
                <a:lnTo>
                  <a:pt x="116681" y="277813"/>
                </a:lnTo>
                <a:cubicBezTo>
                  <a:pt x="125919" y="277813"/>
                  <a:pt x="133350" y="285244"/>
                  <a:pt x="133350" y="294481"/>
                </a:cubicBezTo>
                <a:cubicBezTo>
                  <a:pt x="133350" y="303719"/>
                  <a:pt x="125919" y="311150"/>
                  <a:pt x="116681" y="311150"/>
                </a:cubicBezTo>
                <a:lnTo>
                  <a:pt x="88900" y="311150"/>
                </a:lnTo>
                <a:cubicBezTo>
                  <a:pt x="76607" y="311150"/>
                  <a:pt x="66675" y="321082"/>
                  <a:pt x="66675" y="333375"/>
                </a:cubicBezTo>
                <a:cubicBezTo>
                  <a:pt x="66675" y="345668"/>
                  <a:pt x="76607" y="355600"/>
                  <a:pt x="88900" y="35560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12" name="Text 10"/>
          <p:cNvSpPr/>
          <p:nvPr/>
        </p:nvSpPr>
        <p:spPr>
          <a:xfrm>
            <a:off x="1574800" y="2895600"/>
            <a:ext cx="596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Vite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Fast build tool and dev server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" y="3759200"/>
            <a:ext cx="6477000" cy="12700"/>
          </a:xfrm>
          <a:prstGeom prst="rect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1044575" y="3962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722" y="7154"/>
                </a:moveTo>
                <a:lnTo>
                  <a:pt x="179953" y="109736"/>
                </a:lnTo>
                <a:cubicBezTo>
                  <a:pt x="159742" y="123210"/>
                  <a:pt x="146893" y="145088"/>
                  <a:pt x="144810" y="168979"/>
                </a:cubicBezTo>
                <a:cubicBezTo>
                  <a:pt x="188079" y="177869"/>
                  <a:pt x="222181" y="211971"/>
                  <a:pt x="231140" y="255310"/>
                </a:cubicBezTo>
                <a:cubicBezTo>
                  <a:pt x="255101" y="253226"/>
                  <a:pt x="276910" y="240377"/>
                  <a:pt x="290384" y="220166"/>
                </a:cubicBezTo>
                <a:lnTo>
                  <a:pt x="392896" y="66328"/>
                </a:lnTo>
                <a:cubicBezTo>
                  <a:pt x="397550" y="59313"/>
                  <a:pt x="400050" y="51117"/>
                  <a:pt x="400050" y="42644"/>
                </a:cubicBezTo>
                <a:cubicBezTo>
                  <a:pt x="400050" y="19100"/>
                  <a:pt x="380950" y="0"/>
                  <a:pt x="357406" y="0"/>
                </a:cubicBezTo>
                <a:cubicBezTo>
                  <a:pt x="349002" y="0"/>
                  <a:pt x="340737" y="2500"/>
                  <a:pt x="333722" y="7154"/>
                </a:cubicBezTo>
                <a:close/>
                <a:moveTo>
                  <a:pt x="200025" y="277813"/>
                </a:moveTo>
                <a:cubicBezTo>
                  <a:pt x="200025" y="234821"/>
                  <a:pt x="165229" y="200025"/>
                  <a:pt x="122238" y="200025"/>
                </a:cubicBezTo>
                <a:cubicBezTo>
                  <a:pt x="79246" y="200025"/>
                  <a:pt x="44450" y="234821"/>
                  <a:pt x="44450" y="277813"/>
                </a:cubicBezTo>
                <a:cubicBezTo>
                  <a:pt x="44450" y="280521"/>
                  <a:pt x="44589" y="283230"/>
                  <a:pt x="44867" y="285869"/>
                </a:cubicBezTo>
                <a:cubicBezTo>
                  <a:pt x="46117" y="298023"/>
                  <a:pt x="37782" y="311150"/>
                  <a:pt x="25559" y="311150"/>
                </a:cubicBezTo>
                <a:lnTo>
                  <a:pt x="22225" y="311150"/>
                </a:lnTo>
                <a:cubicBezTo>
                  <a:pt x="9932" y="311150"/>
                  <a:pt x="0" y="321082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122238" y="355600"/>
                </a:lnTo>
                <a:cubicBezTo>
                  <a:pt x="165229" y="355600"/>
                  <a:pt x="200025" y="320804"/>
                  <a:pt x="200025" y="277813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15" name="Text 13"/>
          <p:cNvSpPr/>
          <p:nvPr/>
        </p:nvSpPr>
        <p:spPr>
          <a:xfrm>
            <a:off x="1574800" y="3911600"/>
            <a:ext cx="596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Tailwind CSS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Utility-first CSS framework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" y="4775200"/>
            <a:ext cx="6477000" cy="12700"/>
          </a:xfrm>
          <a:prstGeom prst="rect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089025" y="4978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922" y="352822"/>
                </a:moveTo>
                <a:cubicBezTo>
                  <a:pt x="151269" y="352822"/>
                  <a:pt x="146546" y="351572"/>
                  <a:pt x="142448" y="349210"/>
                </a:cubicBezTo>
                <a:lnTo>
                  <a:pt x="99596" y="323860"/>
                </a:lnTo>
                <a:cubicBezTo>
                  <a:pt x="93206" y="320248"/>
                  <a:pt x="96331" y="318998"/>
                  <a:pt x="98415" y="318304"/>
                </a:cubicBezTo>
                <a:cubicBezTo>
                  <a:pt x="106958" y="315317"/>
                  <a:pt x="108694" y="314692"/>
                  <a:pt x="117793" y="309483"/>
                </a:cubicBezTo>
                <a:cubicBezTo>
                  <a:pt x="118765" y="308928"/>
                  <a:pt x="120015" y="309136"/>
                  <a:pt x="120987" y="309761"/>
                </a:cubicBezTo>
                <a:lnTo>
                  <a:pt x="153908" y="329277"/>
                </a:lnTo>
                <a:cubicBezTo>
                  <a:pt x="155089" y="329972"/>
                  <a:pt x="156756" y="329972"/>
                  <a:pt x="157867" y="329277"/>
                </a:cubicBezTo>
                <a:lnTo>
                  <a:pt x="286147" y="255240"/>
                </a:lnTo>
                <a:cubicBezTo>
                  <a:pt x="287328" y="254546"/>
                  <a:pt x="288092" y="253157"/>
                  <a:pt x="288092" y="251768"/>
                </a:cubicBezTo>
                <a:lnTo>
                  <a:pt x="288092" y="103694"/>
                </a:lnTo>
                <a:cubicBezTo>
                  <a:pt x="288092" y="102235"/>
                  <a:pt x="287328" y="100915"/>
                  <a:pt x="286077" y="100151"/>
                </a:cubicBezTo>
                <a:lnTo>
                  <a:pt x="157867" y="26184"/>
                </a:lnTo>
                <a:cubicBezTo>
                  <a:pt x="156686" y="25489"/>
                  <a:pt x="155089" y="25489"/>
                  <a:pt x="153908" y="26184"/>
                </a:cubicBezTo>
                <a:lnTo>
                  <a:pt x="25767" y="100221"/>
                </a:lnTo>
                <a:cubicBezTo>
                  <a:pt x="24517" y="100915"/>
                  <a:pt x="23753" y="102304"/>
                  <a:pt x="23753" y="103763"/>
                </a:cubicBezTo>
                <a:lnTo>
                  <a:pt x="23753" y="251768"/>
                </a:lnTo>
                <a:cubicBezTo>
                  <a:pt x="23753" y="253157"/>
                  <a:pt x="24517" y="254546"/>
                  <a:pt x="25767" y="255171"/>
                </a:cubicBezTo>
                <a:lnTo>
                  <a:pt x="60910" y="275451"/>
                </a:lnTo>
                <a:cubicBezTo>
                  <a:pt x="80010" y="284966"/>
                  <a:pt x="91678" y="273784"/>
                  <a:pt x="91678" y="262463"/>
                </a:cubicBezTo>
                <a:lnTo>
                  <a:pt x="91678" y="116334"/>
                </a:lnTo>
                <a:cubicBezTo>
                  <a:pt x="91678" y="114250"/>
                  <a:pt x="93345" y="112653"/>
                  <a:pt x="95429" y="112653"/>
                </a:cubicBezTo>
                <a:lnTo>
                  <a:pt x="111681" y="112653"/>
                </a:lnTo>
                <a:cubicBezTo>
                  <a:pt x="113695" y="112653"/>
                  <a:pt x="115431" y="114250"/>
                  <a:pt x="115431" y="116334"/>
                </a:cubicBezTo>
                <a:lnTo>
                  <a:pt x="115431" y="262533"/>
                </a:lnTo>
                <a:cubicBezTo>
                  <a:pt x="115431" y="287953"/>
                  <a:pt x="101540" y="302538"/>
                  <a:pt x="77440" y="302538"/>
                </a:cubicBezTo>
                <a:cubicBezTo>
                  <a:pt x="70009" y="302538"/>
                  <a:pt x="64175" y="302538"/>
                  <a:pt x="47923" y="294481"/>
                </a:cubicBezTo>
                <a:lnTo>
                  <a:pt x="14307" y="275104"/>
                </a:lnTo>
                <a:cubicBezTo>
                  <a:pt x="5973" y="270312"/>
                  <a:pt x="833" y="261352"/>
                  <a:pt x="833" y="251698"/>
                </a:cubicBezTo>
                <a:lnTo>
                  <a:pt x="833" y="103694"/>
                </a:lnTo>
                <a:cubicBezTo>
                  <a:pt x="833" y="94109"/>
                  <a:pt x="5973" y="85080"/>
                  <a:pt x="14307" y="80288"/>
                </a:cubicBezTo>
                <a:lnTo>
                  <a:pt x="142448" y="6251"/>
                </a:lnTo>
                <a:cubicBezTo>
                  <a:pt x="150574" y="1667"/>
                  <a:pt x="161340" y="1667"/>
                  <a:pt x="169396" y="6251"/>
                </a:cubicBezTo>
                <a:lnTo>
                  <a:pt x="297676" y="80357"/>
                </a:lnTo>
                <a:cubicBezTo>
                  <a:pt x="306010" y="85150"/>
                  <a:pt x="311150" y="94109"/>
                  <a:pt x="311150" y="103763"/>
                </a:cubicBezTo>
                <a:lnTo>
                  <a:pt x="311150" y="251768"/>
                </a:lnTo>
                <a:cubicBezTo>
                  <a:pt x="311150" y="261352"/>
                  <a:pt x="306010" y="270312"/>
                  <a:pt x="297676" y="275173"/>
                </a:cubicBezTo>
                <a:lnTo>
                  <a:pt x="169396" y="349210"/>
                </a:lnTo>
                <a:cubicBezTo>
                  <a:pt x="165298" y="351572"/>
                  <a:pt x="160645" y="352822"/>
                  <a:pt x="155922" y="352822"/>
                </a:cubicBezTo>
                <a:close/>
                <a:moveTo>
                  <a:pt x="259477" y="206901"/>
                </a:moveTo>
                <a:cubicBezTo>
                  <a:pt x="259477" y="179189"/>
                  <a:pt x="240725" y="171827"/>
                  <a:pt x="201345" y="166618"/>
                </a:cubicBezTo>
                <a:cubicBezTo>
                  <a:pt x="161479" y="161340"/>
                  <a:pt x="157450" y="158631"/>
                  <a:pt x="157450" y="149324"/>
                </a:cubicBezTo>
                <a:cubicBezTo>
                  <a:pt x="157450" y="141615"/>
                  <a:pt x="160853" y="131336"/>
                  <a:pt x="190371" y="131336"/>
                </a:cubicBezTo>
                <a:cubicBezTo>
                  <a:pt x="216694" y="131336"/>
                  <a:pt x="226417" y="137031"/>
                  <a:pt x="230445" y="154811"/>
                </a:cubicBezTo>
                <a:cubicBezTo>
                  <a:pt x="230793" y="156478"/>
                  <a:pt x="232321" y="157728"/>
                  <a:pt x="234057" y="157728"/>
                </a:cubicBezTo>
                <a:lnTo>
                  <a:pt x="250726" y="157728"/>
                </a:lnTo>
                <a:cubicBezTo>
                  <a:pt x="251768" y="157728"/>
                  <a:pt x="252740" y="157311"/>
                  <a:pt x="253434" y="156547"/>
                </a:cubicBezTo>
                <a:cubicBezTo>
                  <a:pt x="254129" y="155783"/>
                  <a:pt x="254476" y="154742"/>
                  <a:pt x="254407" y="153700"/>
                </a:cubicBezTo>
                <a:cubicBezTo>
                  <a:pt x="251837" y="123071"/>
                  <a:pt x="231487" y="108833"/>
                  <a:pt x="190371" y="108833"/>
                </a:cubicBezTo>
                <a:cubicBezTo>
                  <a:pt x="153769" y="108833"/>
                  <a:pt x="131961" y="124252"/>
                  <a:pt x="131961" y="150158"/>
                </a:cubicBezTo>
                <a:cubicBezTo>
                  <a:pt x="131961" y="178217"/>
                  <a:pt x="153700" y="185995"/>
                  <a:pt x="188774" y="189468"/>
                </a:cubicBezTo>
                <a:cubicBezTo>
                  <a:pt x="230793" y="193566"/>
                  <a:pt x="234057" y="199747"/>
                  <a:pt x="234057" y="208012"/>
                </a:cubicBezTo>
                <a:cubicBezTo>
                  <a:pt x="234057" y="222319"/>
                  <a:pt x="222528" y="228431"/>
                  <a:pt x="195511" y="228431"/>
                </a:cubicBezTo>
                <a:cubicBezTo>
                  <a:pt x="161548" y="228431"/>
                  <a:pt x="154116" y="219889"/>
                  <a:pt x="151616" y="203011"/>
                </a:cubicBezTo>
                <a:cubicBezTo>
                  <a:pt x="151338" y="201206"/>
                  <a:pt x="149810" y="199886"/>
                  <a:pt x="147935" y="199886"/>
                </a:cubicBezTo>
                <a:lnTo>
                  <a:pt x="131336" y="199886"/>
                </a:lnTo>
                <a:cubicBezTo>
                  <a:pt x="129252" y="199886"/>
                  <a:pt x="127655" y="201553"/>
                  <a:pt x="127655" y="203567"/>
                </a:cubicBezTo>
                <a:cubicBezTo>
                  <a:pt x="127655" y="225167"/>
                  <a:pt x="139392" y="250934"/>
                  <a:pt x="195580" y="250934"/>
                </a:cubicBezTo>
                <a:cubicBezTo>
                  <a:pt x="236141" y="250865"/>
                  <a:pt x="259477" y="234821"/>
                  <a:pt x="259477" y="206901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18" name="Text 16"/>
          <p:cNvSpPr/>
          <p:nvPr/>
        </p:nvSpPr>
        <p:spPr>
          <a:xfrm>
            <a:off x="1574800" y="4927600"/>
            <a:ext cx="596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Node.js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JavaScript runtime for backend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" y="5791200"/>
            <a:ext cx="6477000" cy="12700"/>
          </a:xfrm>
          <a:prstGeom prst="rect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1089025" y="5994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21" name="Text 19"/>
          <p:cNvSpPr/>
          <p:nvPr/>
        </p:nvSpPr>
        <p:spPr>
          <a:xfrm>
            <a:off x="1574800" y="5943600"/>
            <a:ext cx="596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Express.js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REST API framework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6800" y="6807200"/>
            <a:ext cx="6477000" cy="12700"/>
          </a:xfrm>
          <a:prstGeom prst="rect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1089025" y="7010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7C6FAB"/>
          </a:solidFill>
        </p:spPr>
      </p:sp>
      <p:sp>
        <p:nvSpPr>
          <p:cNvPr id="24" name="Text 22"/>
          <p:cNvSpPr/>
          <p:nvPr/>
        </p:nvSpPr>
        <p:spPr>
          <a:xfrm>
            <a:off x="1574800" y="6959600"/>
            <a:ext cx="596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MongoDB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NoSQL database with Mongoose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64500" y="1117600"/>
            <a:ext cx="7429500" cy="508000"/>
          </a:xfrm>
          <a:prstGeom prst="roundRect">
            <a:avLst>
              <a:gd name="adj" fmla="val 6000"/>
            </a:avLst>
          </a:prstGeom>
          <a:solidFill>
            <a:srgbClr val="5B9A6D"/>
          </a:solidFill>
        </p:spPr>
      </p:sp>
      <p:sp>
        <p:nvSpPr>
          <p:cNvPr id="26" name="Text 24"/>
          <p:cNvSpPr/>
          <p:nvPr/>
        </p:nvSpPr>
        <p:spPr>
          <a:xfrm>
            <a:off x="8064500" y="1117600"/>
            <a:ext cx="74295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Services &amp; Dev Tools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64500" y="1715770"/>
            <a:ext cx="7429500" cy="529463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877300" y="1879600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69300" y="2743200"/>
            <a:ext cx="6858000" cy="12700"/>
          </a:xfrm>
          <a:prstGeom prst="rect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435975" y="20828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5B9A6D"/>
          </a:solidFill>
        </p:spPr>
      </p:sp>
      <p:sp>
        <p:nvSpPr>
          <p:cNvPr id="32" name="Text 30"/>
          <p:cNvSpPr/>
          <p:nvPr/>
        </p:nvSpPr>
        <p:spPr>
          <a:xfrm>
            <a:off x="8890000" y="1879600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Resume Parser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Automated skill extraction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69300" y="3759200"/>
            <a:ext cx="6858000" cy="12700"/>
          </a:xfrm>
          <a:prstGeom prst="rect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435975" y="3098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0785" y="-17988"/>
                </a:moveTo>
                <a:cubicBezTo>
                  <a:pt x="161479" y="-23684"/>
                  <a:pt x="149741" y="-23684"/>
                  <a:pt x="140434" y="-17988"/>
                </a:cubicBezTo>
                <a:cubicBezTo>
                  <a:pt x="123488" y="-7640"/>
                  <a:pt x="113000" y="-4862"/>
                  <a:pt x="93137" y="-5278"/>
                </a:cubicBezTo>
                <a:cubicBezTo>
                  <a:pt x="82233" y="-5556"/>
                  <a:pt x="72092" y="347"/>
                  <a:pt x="66814" y="9932"/>
                </a:cubicBezTo>
                <a:cubicBezTo>
                  <a:pt x="57299" y="27365"/>
                  <a:pt x="49590" y="35074"/>
                  <a:pt x="32157" y="44589"/>
                </a:cubicBezTo>
                <a:cubicBezTo>
                  <a:pt x="22572" y="49798"/>
                  <a:pt x="16738" y="60008"/>
                  <a:pt x="16947" y="70912"/>
                </a:cubicBezTo>
                <a:cubicBezTo>
                  <a:pt x="17433" y="90775"/>
                  <a:pt x="14585" y="101263"/>
                  <a:pt x="4237" y="118209"/>
                </a:cubicBezTo>
                <a:cubicBezTo>
                  <a:pt x="-1459" y="127516"/>
                  <a:pt x="-1459" y="139254"/>
                  <a:pt x="4237" y="148560"/>
                </a:cubicBezTo>
                <a:cubicBezTo>
                  <a:pt x="14585" y="165507"/>
                  <a:pt x="17363" y="175994"/>
                  <a:pt x="16947" y="195858"/>
                </a:cubicBezTo>
                <a:cubicBezTo>
                  <a:pt x="16669" y="206762"/>
                  <a:pt x="22572" y="216902"/>
                  <a:pt x="32157" y="222181"/>
                </a:cubicBezTo>
                <a:cubicBezTo>
                  <a:pt x="47506" y="230584"/>
                  <a:pt x="55285" y="237530"/>
                  <a:pt x="63480" y="251004"/>
                </a:cubicBezTo>
                <a:lnTo>
                  <a:pt x="29656" y="318443"/>
                </a:lnTo>
                <a:cubicBezTo>
                  <a:pt x="25559" y="326708"/>
                  <a:pt x="28893" y="336709"/>
                  <a:pt x="37088" y="340806"/>
                </a:cubicBezTo>
                <a:lnTo>
                  <a:pt x="96818" y="370671"/>
                </a:lnTo>
                <a:cubicBezTo>
                  <a:pt x="104805" y="374630"/>
                  <a:pt x="114528" y="371644"/>
                  <a:pt x="118834" y="363865"/>
                </a:cubicBezTo>
                <a:lnTo>
                  <a:pt x="155506" y="297815"/>
                </a:lnTo>
                <a:lnTo>
                  <a:pt x="192177" y="363865"/>
                </a:lnTo>
                <a:cubicBezTo>
                  <a:pt x="196483" y="371644"/>
                  <a:pt x="206206" y="374700"/>
                  <a:pt x="214193" y="370671"/>
                </a:cubicBezTo>
                <a:lnTo>
                  <a:pt x="273923" y="340806"/>
                </a:lnTo>
                <a:cubicBezTo>
                  <a:pt x="282188" y="336709"/>
                  <a:pt x="285522" y="326708"/>
                  <a:pt x="281355" y="318443"/>
                </a:cubicBezTo>
                <a:lnTo>
                  <a:pt x="247600" y="250934"/>
                </a:lnTo>
                <a:cubicBezTo>
                  <a:pt x="255726" y="237460"/>
                  <a:pt x="263575" y="230515"/>
                  <a:pt x="278924" y="222111"/>
                </a:cubicBezTo>
                <a:cubicBezTo>
                  <a:pt x="288508" y="216902"/>
                  <a:pt x="294342" y="206693"/>
                  <a:pt x="294134" y="195788"/>
                </a:cubicBezTo>
                <a:cubicBezTo>
                  <a:pt x="293648" y="175925"/>
                  <a:pt x="296495" y="165437"/>
                  <a:pt x="306844" y="148491"/>
                </a:cubicBezTo>
                <a:cubicBezTo>
                  <a:pt x="312539" y="139184"/>
                  <a:pt x="312539" y="127446"/>
                  <a:pt x="306844" y="118140"/>
                </a:cubicBezTo>
                <a:cubicBezTo>
                  <a:pt x="296495" y="101193"/>
                  <a:pt x="293717" y="90706"/>
                  <a:pt x="294134" y="70842"/>
                </a:cubicBezTo>
                <a:cubicBezTo>
                  <a:pt x="294412" y="59938"/>
                  <a:pt x="288508" y="49798"/>
                  <a:pt x="278924" y="44519"/>
                </a:cubicBezTo>
                <a:cubicBezTo>
                  <a:pt x="261491" y="35004"/>
                  <a:pt x="253782" y="27295"/>
                  <a:pt x="244267" y="9862"/>
                </a:cubicBezTo>
                <a:cubicBezTo>
                  <a:pt x="239058" y="278"/>
                  <a:pt x="228848" y="-5556"/>
                  <a:pt x="217944" y="-5348"/>
                </a:cubicBezTo>
                <a:cubicBezTo>
                  <a:pt x="198080" y="-4862"/>
                  <a:pt x="187593" y="-7709"/>
                  <a:pt x="170646" y="-18058"/>
                </a:cubicBezTo>
                <a:close/>
                <a:moveTo>
                  <a:pt x="155575" y="66675"/>
                </a:moveTo>
                <a:cubicBezTo>
                  <a:pt x="192374" y="66675"/>
                  <a:pt x="222250" y="96551"/>
                  <a:pt x="222250" y="133350"/>
                </a:cubicBezTo>
                <a:cubicBezTo>
                  <a:pt x="222250" y="170149"/>
                  <a:pt x="192374" y="200025"/>
                  <a:pt x="155575" y="200025"/>
                </a:cubicBezTo>
                <a:cubicBezTo>
                  <a:pt x="118776" y="200025"/>
                  <a:pt x="88900" y="170149"/>
                  <a:pt x="88900" y="133350"/>
                </a:cubicBezTo>
                <a:cubicBezTo>
                  <a:pt x="88900" y="96551"/>
                  <a:pt x="118776" y="66675"/>
                  <a:pt x="155575" y="66675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35" name="Text 33"/>
          <p:cNvSpPr/>
          <p:nvPr/>
        </p:nvSpPr>
        <p:spPr>
          <a:xfrm>
            <a:off x="8877300" y="2895600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Badge Engine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Certificate &amp; credential system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69300" y="4775200"/>
            <a:ext cx="6858000" cy="12700"/>
          </a:xfrm>
          <a:prstGeom prst="rect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8435975" y="4114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38" name="Text 36"/>
          <p:cNvSpPr/>
          <p:nvPr/>
        </p:nvSpPr>
        <p:spPr>
          <a:xfrm>
            <a:off x="8890000" y="3771900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Vite Proxy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Development proxy configuration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69300" y="5791200"/>
            <a:ext cx="6858000" cy="12700"/>
          </a:xfrm>
          <a:prstGeom prst="rect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8369300" y="5130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41" name="Text 39"/>
          <p:cNvSpPr/>
          <p:nvPr/>
        </p:nvSpPr>
        <p:spPr>
          <a:xfrm>
            <a:off x="8890000" y="4927600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ES Modules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Modern JavaScript modules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69300" y="6807200"/>
            <a:ext cx="6858000" cy="12700"/>
          </a:xfrm>
          <a:prstGeom prst="rect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347075" y="6146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lnTo>
                  <a:pt x="155575" y="44450"/>
                </a:lnTo>
                <a:cubicBezTo>
                  <a:pt x="155575" y="50562"/>
                  <a:pt x="160576" y="55563"/>
                  <a:pt x="166688" y="55563"/>
                </a:cubicBezTo>
                <a:lnTo>
                  <a:pt x="188913" y="55563"/>
                </a:lnTo>
                <a:cubicBezTo>
                  <a:pt x="195024" y="55563"/>
                  <a:pt x="200025" y="50562"/>
                  <a:pt x="200025" y="44450"/>
                </a:cubicBezTo>
                <a:lnTo>
                  <a:pt x="200025" y="0"/>
                </a:lnTo>
                <a:lnTo>
                  <a:pt x="222250" y="0"/>
                </a:lnTo>
                <a:cubicBezTo>
                  <a:pt x="246767" y="0"/>
                  <a:pt x="266700" y="19933"/>
                  <a:pt x="266700" y="44450"/>
                </a:cubicBezTo>
                <a:lnTo>
                  <a:pt x="266700" y="133350"/>
                </a:lnTo>
                <a:cubicBezTo>
                  <a:pt x="266700" y="137170"/>
                  <a:pt x="266214" y="140920"/>
                  <a:pt x="265311" y="144463"/>
                </a:cubicBezTo>
                <a:lnTo>
                  <a:pt x="90289" y="144463"/>
                </a:lnTo>
                <a:cubicBezTo>
                  <a:pt x="89386" y="140920"/>
                  <a:pt x="88900" y="137170"/>
                  <a:pt x="88900" y="133350"/>
                </a:cubicBezTo>
                <a:lnTo>
                  <a:pt x="88900" y="44450"/>
                </a:lnTo>
                <a:cubicBezTo>
                  <a:pt x="88900" y="19933"/>
                  <a:pt x="108833" y="0"/>
                  <a:pt x="133350" y="0"/>
                </a:cubicBezTo>
                <a:lnTo>
                  <a:pt x="155575" y="0"/>
                </a:lnTo>
                <a:close/>
                <a:moveTo>
                  <a:pt x="222250" y="355600"/>
                </a:moveTo>
                <a:cubicBezTo>
                  <a:pt x="214471" y="355600"/>
                  <a:pt x="207109" y="353586"/>
                  <a:pt x="200720" y="350044"/>
                </a:cubicBezTo>
                <a:cubicBezTo>
                  <a:pt x="207318" y="338584"/>
                  <a:pt x="211138" y="325318"/>
                  <a:pt x="211138" y="311150"/>
                </a:cubicBezTo>
                <a:lnTo>
                  <a:pt x="211138" y="222250"/>
                </a:lnTo>
                <a:cubicBezTo>
                  <a:pt x="211138" y="208082"/>
                  <a:pt x="207318" y="194816"/>
                  <a:pt x="200720" y="183356"/>
                </a:cubicBezTo>
                <a:cubicBezTo>
                  <a:pt x="207109" y="179814"/>
                  <a:pt x="214402" y="177800"/>
                  <a:pt x="222250" y="177800"/>
                </a:cubicBezTo>
                <a:lnTo>
                  <a:pt x="244475" y="177800"/>
                </a:lnTo>
                <a:lnTo>
                  <a:pt x="244475" y="222250"/>
                </a:lnTo>
                <a:cubicBezTo>
                  <a:pt x="244475" y="228362"/>
                  <a:pt x="249476" y="233363"/>
                  <a:pt x="255587" y="233363"/>
                </a:cubicBezTo>
                <a:lnTo>
                  <a:pt x="277813" y="233363"/>
                </a:lnTo>
                <a:cubicBezTo>
                  <a:pt x="283924" y="233363"/>
                  <a:pt x="288925" y="228362"/>
                  <a:pt x="288925" y="222250"/>
                </a:cubicBezTo>
                <a:lnTo>
                  <a:pt x="288925" y="177800"/>
                </a:lnTo>
                <a:lnTo>
                  <a:pt x="311150" y="177800"/>
                </a:lnTo>
                <a:cubicBezTo>
                  <a:pt x="335667" y="177800"/>
                  <a:pt x="355600" y="197733"/>
                  <a:pt x="355600" y="222250"/>
                </a:cubicBezTo>
                <a:lnTo>
                  <a:pt x="355600" y="311150"/>
                </a:lnTo>
                <a:cubicBezTo>
                  <a:pt x="355600" y="335667"/>
                  <a:pt x="335667" y="355600"/>
                  <a:pt x="311150" y="355600"/>
                </a:cubicBezTo>
                <a:lnTo>
                  <a:pt x="222250" y="355600"/>
                </a:lnTo>
                <a:close/>
                <a:moveTo>
                  <a:pt x="0" y="222250"/>
                </a:moveTo>
                <a:cubicBezTo>
                  <a:pt x="0" y="197733"/>
                  <a:pt x="19933" y="177800"/>
                  <a:pt x="44450" y="177800"/>
                </a:cubicBezTo>
                <a:lnTo>
                  <a:pt x="66675" y="177800"/>
                </a:lnTo>
                <a:lnTo>
                  <a:pt x="66675" y="222250"/>
                </a:lnTo>
                <a:cubicBezTo>
                  <a:pt x="66675" y="228362"/>
                  <a:pt x="71676" y="233363"/>
                  <a:pt x="77788" y="233363"/>
                </a:cubicBezTo>
                <a:lnTo>
                  <a:pt x="100013" y="233363"/>
                </a:lnTo>
                <a:cubicBezTo>
                  <a:pt x="106124" y="233363"/>
                  <a:pt x="111125" y="228362"/>
                  <a:pt x="111125" y="222250"/>
                </a:cubicBezTo>
                <a:lnTo>
                  <a:pt x="111125" y="177800"/>
                </a:lnTo>
                <a:lnTo>
                  <a:pt x="133350" y="177800"/>
                </a:lnTo>
                <a:cubicBezTo>
                  <a:pt x="157867" y="177800"/>
                  <a:pt x="177800" y="197733"/>
                  <a:pt x="177800" y="222250"/>
                </a:cubicBezTo>
                <a:lnTo>
                  <a:pt x="177800" y="311150"/>
                </a:lnTo>
                <a:cubicBezTo>
                  <a:pt x="177800" y="335667"/>
                  <a:pt x="157867" y="355600"/>
                  <a:pt x="1333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222250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44" name="Text 42"/>
          <p:cNvSpPr/>
          <p:nvPr/>
        </p:nvSpPr>
        <p:spPr>
          <a:xfrm>
            <a:off x="8877300" y="5791200"/>
            <a:ext cx="635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npm Workspaces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Monorepo package management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15240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41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7" name="Text 5"/>
          <p:cNvSpPr/>
          <p:nvPr/>
        </p:nvSpPr>
        <p:spPr>
          <a:xfrm>
            <a:off x="762000" y="21590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Browser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0" y="2032000"/>
            <a:ext cx="635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D7A8C"/>
          </a:solidFill>
        </p:spPr>
      </p:sp>
      <p:sp>
        <p:nvSpPr>
          <p:cNvPr id="9" name="Shape 7"/>
          <p:cNvSpPr/>
          <p:nvPr/>
        </p:nvSpPr>
        <p:spPr>
          <a:xfrm>
            <a:off x="4572000" y="1524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05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3440" y="158234"/>
                </a:moveTo>
                <a:cubicBezTo>
                  <a:pt x="368618" y="156627"/>
                  <a:pt x="363795" y="155109"/>
                  <a:pt x="358973" y="153680"/>
                </a:cubicBezTo>
                <a:cubicBezTo>
                  <a:pt x="359777" y="150376"/>
                  <a:pt x="360491" y="147072"/>
                  <a:pt x="361206" y="143768"/>
                </a:cubicBezTo>
                <a:cubicBezTo>
                  <a:pt x="372189" y="90547"/>
                  <a:pt x="364956" y="47774"/>
                  <a:pt x="340578" y="33665"/>
                </a:cubicBezTo>
                <a:cubicBezTo>
                  <a:pt x="317093" y="20181"/>
                  <a:pt x="278785" y="34201"/>
                  <a:pt x="240030" y="67955"/>
                </a:cubicBezTo>
                <a:cubicBezTo>
                  <a:pt x="236190" y="71259"/>
                  <a:pt x="232440" y="74741"/>
                  <a:pt x="228868" y="78224"/>
                </a:cubicBezTo>
                <a:cubicBezTo>
                  <a:pt x="226457" y="75902"/>
                  <a:pt x="223957" y="73581"/>
                  <a:pt x="221456" y="71348"/>
                </a:cubicBezTo>
                <a:cubicBezTo>
                  <a:pt x="180826" y="35272"/>
                  <a:pt x="140107" y="20092"/>
                  <a:pt x="115729" y="34290"/>
                </a:cubicBezTo>
                <a:cubicBezTo>
                  <a:pt x="92333" y="47863"/>
                  <a:pt x="85368" y="88136"/>
                  <a:pt x="95190" y="138499"/>
                </a:cubicBezTo>
                <a:cubicBezTo>
                  <a:pt x="96173" y="143500"/>
                  <a:pt x="97244" y="148411"/>
                  <a:pt x="98494" y="153412"/>
                </a:cubicBezTo>
                <a:cubicBezTo>
                  <a:pt x="92779" y="155019"/>
                  <a:pt x="87154" y="156805"/>
                  <a:pt x="81885" y="158681"/>
                </a:cubicBezTo>
                <a:cubicBezTo>
                  <a:pt x="34201" y="175200"/>
                  <a:pt x="0" y="201275"/>
                  <a:pt x="0" y="228243"/>
                </a:cubicBezTo>
                <a:cubicBezTo>
                  <a:pt x="0" y="256103"/>
                  <a:pt x="36433" y="284053"/>
                  <a:pt x="85993" y="301020"/>
                </a:cubicBezTo>
                <a:cubicBezTo>
                  <a:pt x="90011" y="302359"/>
                  <a:pt x="94030" y="303699"/>
                  <a:pt x="98137" y="304860"/>
                </a:cubicBezTo>
                <a:cubicBezTo>
                  <a:pt x="96798" y="310217"/>
                  <a:pt x="95637" y="315486"/>
                  <a:pt x="94565" y="320933"/>
                </a:cubicBezTo>
                <a:cubicBezTo>
                  <a:pt x="85189" y="370493"/>
                  <a:pt x="92512" y="409783"/>
                  <a:pt x="115907" y="423267"/>
                </a:cubicBezTo>
                <a:cubicBezTo>
                  <a:pt x="140017" y="437198"/>
                  <a:pt x="180558" y="422910"/>
                  <a:pt x="220027" y="388352"/>
                </a:cubicBezTo>
                <a:cubicBezTo>
                  <a:pt x="223153" y="385584"/>
                  <a:pt x="226278" y="382726"/>
                  <a:pt x="229404" y="379690"/>
                </a:cubicBezTo>
                <a:cubicBezTo>
                  <a:pt x="233333" y="383530"/>
                  <a:pt x="237440" y="387191"/>
                  <a:pt x="241548" y="390763"/>
                </a:cubicBezTo>
                <a:cubicBezTo>
                  <a:pt x="279767" y="423624"/>
                  <a:pt x="317540" y="436930"/>
                  <a:pt x="340846" y="423446"/>
                </a:cubicBezTo>
                <a:cubicBezTo>
                  <a:pt x="364956" y="409515"/>
                  <a:pt x="372814" y="367278"/>
                  <a:pt x="362635" y="315843"/>
                </a:cubicBezTo>
                <a:cubicBezTo>
                  <a:pt x="361831" y="311914"/>
                  <a:pt x="360938" y="307896"/>
                  <a:pt x="359956" y="303788"/>
                </a:cubicBezTo>
                <a:cubicBezTo>
                  <a:pt x="362813" y="302984"/>
                  <a:pt x="365581" y="302091"/>
                  <a:pt x="368350" y="301198"/>
                </a:cubicBezTo>
                <a:cubicBezTo>
                  <a:pt x="419874" y="284143"/>
                  <a:pt x="457200" y="256550"/>
                  <a:pt x="457200" y="228243"/>
                </a:cubicBezTo>
                <a:cubicBezTo>
                  <a:pt x="457200" y="201186"/>
                  <a:pt x="422017" y="174933"/>
                  <a:pt x="373440" y="158234"/>
                </a:cubicBezTo>
                <a:close/>
                <a:moveTo>
                  <a:pt x="252621" y="82421"/>
                </a:moveTo>
                <a:cubicBezTo>
                  <a:pt x="285839" y="53489"/>
                  <a:pt x="316825" y="42148"/>
                  <a:pt x="330934" y="50274"/>
                </a:cubicBezTo>
                <a:cubicBezTo>
                  <a:pt x="346025" y="58936"/>
                  <a:pt x="351830" y="93940"/>
                  <a:pt x="342364" y="139928"/>
                </a:cubicBezTo>
                <a:cubicBezTo>
                  <a:pt x="341739" y="142964"/>
                  <a:pt x="341114" y="145911"/>
                  <a:pt x="340310" y="148858"/>
                </a:cubicBezTo>
                <a:cubicBezTo>
                  <a:pt x="320486" y="144393"/>
                  <a:pt x="300395" y="141178"/>
                  <a:pt x="280214" y="139392"/>
                </a:cubicBezTo>
                <a:cubicBezTo>
                  <a:pt x="268605" y="122783"/>
                  <a:pt x="255925" y="106888"/>
                  <a:pt x="242173" y="91976"/>
                </a:cubicBezTo>
                <a:cubicBezTo>
                  <a:pt x="245656" y="88672"/>
                  <a:pt x="249049" y="85546"/>
                  <a:pt x="252621" y="82421"/>
                </a:cubicBezTo>
                <a:close/>
                <a:moveTo>
                  <a:pt x="149304" y="274588"/>
                </a:moveTo>
                <a:cubicBezTo>
                  <a:pt x="153859" y="282357"/>
                  <a:pt x="158502" y="290126"/>
                  <a:pt x="163413" y="297716"/>
                </a:cubicBezTo>
                <a:cubicBezTo>
                  <a:pt x="149483" y="296198"/>
                  <a:pt x="135642" y="293965"/>
                  <a:pt x="121980" y="291019"/>
                </a:cubicBezTo>
                <a:cubicBezTo>
                  <a:pt x="125909" y="278160"/>
                  <a:pt x="130820" y="264855"/>
                  <a:pt x="136535" y="251281"/>
                </a:cubicBezTo>
                <a:cubicBezTo>
                  <a:pt x="140643" y="259140"/>
                  <a:pt x="144840" y="266908"/>
                  <a:pt x="149304" y="274588"/>
                </a:cubicBezTo>
                <a:close/>
                <a:moveTo>
                  <a:pt x="122247" y="167164"/>
                </a:moveTo>
                <a:cubicBezTo>
                  <a:pt x="135106" y="164306"/>
                  <a:pt x="148769" y="161985"/>
                  <a:pt x="162967" y="160199"/>
                </a:cubicBezTo>
                <a:cubicBezTo>
                  <a:pt x="158234" y="167610"/>
                  <a:pt x="153591" y="175200"/>
                  <a:pt x="149215" y="182880"/>
                </a:cubicBezTo>
                <a:cubicBezTo>
                  <a:pt x="144840" y="190470"/>
                  <a:pt x="140553" y="198239"/>
                  <a:pt x="136535" y="206097"/>
                </a:cubicBezTo>
                <a:cubicBezTo>
                  <a:pt x="130909" y="192792"/>
                  <a:pt x="126176" y="179755"/>
                  <a:pt x="122247" y="167164"/>
                </a:cubicBezTo>
                <a:close/>
                <a:moveTo>
                  <a:pt x="146715" y="228689"/>
                </a:moveTo>
                <a:cubicBezTo>
                  <a:pt x="152608" y="216366"/>
                  <a:pt x="159038" y="204311"/>
                  <a:pt x="165824" y="192435"/>
                </a:cubicBezTo>
                <a:cubicBezTo>
                  <a:pt x="172611" y="180558"/>
                  <a:pt x="179933" y="169039"/>
                  <a:pt x="187613" y="157698"/>
                </a:cubicBezTo>
                <a:cubicBezTo>
                  <a:pt x="201007" y="156716"/>
                  <a:pt x="214670" y="156180"/>
                  <a:pt x="228600" y="156180"/>
                </a:cubicBezTo>
                <a:cubicBezTo>
                  <a:pt x="242530" y="156180"/>
                  <a:pt x="256282" y="156716"/>
                  <a:pt x="269587" y="157698"/>
                </a:cubicBezTo>
                <a:cubicBezTo>
                  <a:pt x="277178" y="168950"/>
                  <a:pt x="284411" y="180469"/>
                  <a:pt x="291286" y="192256"/>
                </a:cubicBezTo>
                <a:cubicBezTo>
                  <a:pt x="298162" y="204043"/>
                  <a:pt x="304592" y="216098"/>
                  <a:pt x="310664" y="228332"/>
                </a:cubicBezTo>
                <a:cubicBezTo>
                  <a:pt x="304681" y="240655"/>
                  <a:pt x="298252" y="252799"/>
                  <a:pt x="291376" y="264765"/>
                </a:cubicBezTo>
                <a:cubicBezTo>
                  <a:pt x="284589" y="276642"/>
                  <a:pt x="277356" y="288161"/>
                  <a:pt x="269766" y="299591"/>
                </a:cubicBezTo>
                <a:cubicBezTo>
                  <a:pt x="256461" y="300573"/>
                  <a:pt x="242620" y="301020"/>
                  <a:pt x="228600" y="301020"/>
                </a:cubicBezTo>
                <a:cubicBezTo>
                  <a:pt x="214580" y="301020"/>
                  <a:pt x="201007" y="300573"/>
                  <a:pt x="187881" y="299770"/>
                </a:cubicBezTo>
                <a:cubicBezTo>
                  <a:pt x="180112" y="288429"/>
                  <a:pt x="172789" y="276820"/>
                  <a:pt x="165914" y="264944"/>
                </a:cubicBezTo>
                <a:cubicBezTo>
                  <a:pt x="159038" y="253067"/>
                  <a:pt x="152698" y="241012"/>
                  <a:pt x="146715" y="228689"/>
                </a:cubicBezTo>
                <a:close/>
                <a:moveTo>
                  <a:pt x="307985" y="274409"/>
                </a:moveTo>
                <a:cubicBezTo>
                  <a:pt x="312539" y="266551"/>
                  <a:pt x="316825" y="258604"/>
                  <a:pt x="321022" y="250567"/>
                </a:cubicBezTo>
                <a:cubicBezTo>
                  <a:pt x="326737" y="263515"/>
                  <a:pt x="331738" y="276642"/>
                  <a:pt x="336113" y="290126"/>
                </a:cubicBezTo>
                <a:cubicBezTo>
                  <a:pt x="322272" y="293251"/>
                  <a:pt x="308253" y="295662"/>
                  <a:pt x="294144" y="297269"/>
                </a:cubicBezTo>
                <a:cubicBezTo>
                  <a:pt x="298966" y="289768"/>
                  <a:pt x="303520" y="282089"/>
                  <a:pt x="307985" y="274409"/>
                </a:cubicBezTo>
                <a:close/>
                <a:moveTo>
                  <a:pt x="320844" y="206097"/>
                </a:moveTo>
                <a:cubicBezTo>
                  <a:pt x="316647" y="198239"/>
                  <a:pt x="312360" y="190381"/>
                  <a:pt x="307896" y="182701"/>
                </a:cubicBezTo>
                <a:cubicBezTo>
                  <a:pt x="303520" y="175111"/>
                  <a:pt x="298966" y="167610"/>
                  <a:pt x="294233" y="160199"/>
                </a:cubicBezTo>
                <a:cubicBezTo>
                  <a:pt x="308610" y="161985"/>
                  <a:pt x="322362" y="164396"/>
                  <a:pt x="335220" y="167342"/>
                </a:cubicBezTo>
                <a:cubicBezTo>
                  <a:pt x="331113" y="180558"/>
                  <a:pt x="326291" y="193417"/>
                  <a:pt x="320844" y="206097"/>
                </a:cubicBezTo>
                <a:close/>
                <a:moveTo>
                  <a:pt x="228779" y="105638"/>
                </a:moveTo>
                <a:cubicBezTo>
                  <a:pt x="238155" y="115818"/>
                  <a:pt x="246995" y="126534"/>
                  <a:pt x="255210" y="137606"/>
                </a:cubicBezTo>
                <a:cubicBezTo>
                  <a:pt x="237530" y="136803"/>
                  <a:pt x="219760" y="136803"/>
                  <a:pt x="202079" y="137606"/>
                </a:cubicBezTo>
                <a:cubicBezTo>
                  <a:pt x="210830" y="126087"/>
                  <a:pt x="219849" y="115372"/>
                  <a:pt x="228779" y="105638"/>
                </a:cubicBezTo>
                <a:close/>
                <a:moveTo>
                  <a:pt x="125194" y="50899"/>
                </a:moveTo>
                <a:cubicBezTo>
                  <a:pt x="140196" y="42148"/>
                  <a:pt x="173504" y="54650"/>
                  <a:pt x="208598" y="85725"/>
                </a:cubicBezTo>
                <a:cubicBezTo>
                  <a:pt x="210830" y="87690"/>
                  <a:pt x="213062" y="89833"/>
                  <a:pt x="215384" y="91976"/>
                </a:cubicBezTo>
                <a:cubicBezTo>
                  <a:pt x="201543" y="106888"/>
                  <a:pt x="188774" y="122783"/>
                  <a:pt x="177076" y="139392"/>
                </a:cubicBezTo>
                <a:cubicBezTo>
                  <a:pt x="156895" y="141178"/>
                  <a:pt x="136892" y="144304"/>
                  <a:pt x="117068" y="148679"/>
                </a:cubicBezTo>
                <a:cubicBezTo>
                  <a:pt x="115907" y="144125"/>
                  <a:pt x="114925" y="139482"/>
                  <a:pt x="113943" y="134838"/>
                </a:cubicBezTo>
                <a:cubicBezTo>
                  <a:pt x="105549" y="91619"/>
                  <a:pt x="111085" y="59025"/>
                  <a:pt x="125194" y="50899"/>
                </a:cubicBezTo>
                <a:close/>
                <a:moveTo>
                  <a:pt x="103316" y="286286"/>
                </a:moveTo>
                <a:cubicBezTo>
                  <a:pt x="99566" y="285214"/>
                  <a:pt x="95905" y="284053"/>
                  <a:pt x="92244" y="282803"/>
                </a:cubicBezTo>
                <a:cubicBezTo>
                  <a:pt x="73223" y="276820"/>
                  <a:pt x="51614" y="267355"/>
                  <a:pt x="35987" y="254943"/>
                </a:cubicBezTo>
                <a:cubicBezTo>
                  <a:pt x="26968" y="248692"/>
                  <a:pt x="20895" y="239048"/>
                  <a:pt x="19199" y="228243"/>
                </a:cubicBezTo>
                <a:cubicBezTo>
                  <a:pt x="19199" y="211901"/>
                  <a:pt x="47417" y="191006"/>
                  <a:pt x="88136" y="176808"/>
                </a:cubicBezTo>
                <a:cubicBezTo>
                  <a:pt x="93226" y="175022"/>
                  <a:pt x="98405" y="173415"/>
                  <a:pt x="103584" y="171896"/>
                </a:cubicBezTo>
                <a:cubicBezTo>
                  <a:pt x="109657" y="191274"/>
                  <a:pt x="116979" y="210294"/>
                  <a:pt x="125462" y="228689"/>
                </a:cubicBezTo>
                <a:cubicBezTo>
                  <a:pt x="116890" y="247352"/>
                  <a:pt x="109478" y="266640"/>
                  <a:pt x="103316" y="286286"/>
                </a:cubicBezTo>
                <a:close/>
                <a:moveTo>
                  <a:pt x="207437" y="373797"/>
                </a:moveTo>
                <a:cubicBezTo>
                  <a:pt x="192703" y="387281"/>
                  <a:pt x="175647" y="397996"/>
                  <a:pt x="157073" y="405319"/>
                </a:cubicBezTo>
                <a:cubicBezTo>
                  <a:pt x="147161" y="410051"/>
                  <a:pt x="135731" y="410498"/>
                  <a:pt x="125551" y="406479"/>
                </a:cubicBezTo>
                <a:cubicBezTo>
                  <a:pt x="111353" y="398264"/>
                  <a:pt x="105460" y="366742"/>
                  <a:pt x="113496" y="324326"/>
                </a:cubicBezTo>
                <a:cubicBezTo>
                  <a:pt x="114479" y="319326"/>
                  <a:pt x="115550" y="314325"/>
                  <a:pt x="116800" y="309414"/>
                </a:cubicBezTo>
                <a:cubicBezTo>
                  <a:pt x="136803" y="313700"/>
                  <a:pt x="156984" y="316647"/>
                  <a:pt x="177433" y="318165"/>
                </a:cubicBezTo>
                <a:cubicBezTo>
                  <a:pt x="189220" y="334863"/>
                  <a:pt x="202168" y="350847"/>
                  <a:pt x="216009" y="365849"/>
                </a:cubicBezTo>
                <a:cubicBezTo>
                  <a:pt x="213152" y="368618"/>
                  <a:pt x="210294" y="371296"/>
                  <a:pt x="207437" y="373797"/>
                </a:cubicBezTo>
                <a:close/>
                <a:moveTo>
                  <a:pt x="229314" y="352098"/>
                </a:moveTo>
                <a:cubicBezTo>
                  <a:pt x="220206" y="342275"/>
                  <a:pt x="211098" y="331381"/>
                  <a:pt x="202257" y="319683"/>
                </a:cubicBezTo>
                <a:cubicBezTo>
                  <a:pt x="210830" y="320040"/>
                  <a:pt x="219670" y="320219"/>
                  <a:pt x="228600" y="320219"/>
                </a:cubicBezTo>
                <a:cubicBezTo>
                  <a:pt x="237798" y="320219"/>
                  <a:pt x="246817" y="320040"/>
                  <a:pt x="255746" y="319594"/>
                </a:cubicBezTo>
                <a:cubicBezTo>
                  <a:pt x="247531" y="330934"/>
                  <a:pt x="238691" y="341739"/>
                  <a:pt x="229314" y="352098"/>
                </a:cubicBezTo>
                <a:close/>
                <a:moveTo>
                  <a:pt x="346025" y="378887"/>
                </a:moveTo>
                <a:cubicBezTo>
                  <a:pt x="345222" y="389781"/>
                  <a:pt x="339864" y="399961"/>
                  <a:pt x="331291" y="406837"/>
                </a:cubicBezTo>
                <a:cubicBezTo>
                  <a:pt x="317093" y="415052"/>
                  <a:pt x="286822" y="404336"/>
                  <a:pt x="254139" y="376297"/>
                </a:cubicBezTo>
                <a:cubicBezTo>
                  <a:pt x="250388" y="373082"/>
                  <a:pt x="246638" y="369600"/>
                  <a:pt x="242798" y="366028"/>
                </a:cubicBezTo>
                <a:cubicBezTo>
                  <a:pt x="256461" y="350937"/>
                  <a:pt x="269051" y="334953"/>
                  <a:pt x="280481" y="318165"/>
                </a:cubicBezTo>
                <a:cubicBezTo>
                  <a:pt x="300930" y="316468"/>
                  <a:pt x="321290" y="313343"/>
                  <a:pt x="341382" y="308789"/>
                </a:cubicBezTo>
                <a:cubicBezTo>
                  <a:pt x="342275" y="312450"/>
                  <a:pt x="343079" y="316111"/>
                  <a:pt x="343793" y="319683"/>
                </a:cubicBezTo>
                <a:cubicBezTo>
                  <a:pt x="348169" y="338971"/>
                  <a:pt x="348883" y="359063"/>
                  <a:pt x="346025" y="378887"/>
                </a:cubicBezTo>
                <a:close/>
                <a:moveTo>
                  <a:pt x="362277" y="282893"/>
                </a:moveTo>
                <a:cubicBezTo>
                  <a:pt x="359777" y="283696"/>
                  <a:pt x="357277" y="284500"/>
                  <a:pt x="354687" y="285214"/>
                </a:cubicBezTo>
                <a:cubicBezTo>
                  <a:pt x="348436" y="265748"/>
                  <a:pt x="340757" y="246727"/>
                  <a:pt x="331916" y="228243"/>
                </a:cubicBezTo>
                <a:cubicBezTo>
                  <a:pt x="340489" y="210026"/>
                  <a:pt x="347722" y="191274"/>
                  <a:pt x="353794" y="172075"/>
                </a:cubicBezTo>
                <a:cubicBezTo>
                  <a:pt x="358438" y="173415"/>
                  <a:pt x="362903" y="174843"/>
                  <a:pt x="367189" y="176272"/>
                </a:cubicBezTo>
                <a:cubicBezTo>
                  <a:pt x="408801" y="190560"/>
                  <a:pt x="438001" y="211812"/>
                  <a:pt x="438001" y="228064"/>
                </a:cubicBezTo>
                <a:cubicBezTo>
                  <a:pt x="438001" y="245566"/>
                  <a:pt x="406837" y="268159"/>
                  <a:pt x="362277" y="282893"/>
                </a:cubicBezTo>
                <a:close/>
                <a:moveTo>
                  <a:pt x="228600" y="269498"/>
                </a:moveTo>
                <a:cubicBezTo>
                  <a:pt x="251172" y="269498"/>
                  <a:pt x="269498" y="251172"/>
                  <a:pt x="269498" y="228600"/>
                </a:cubicBezTo>
                <a:cubicBezTo>
                  <a:pt x="269498" y="206028"/>
                  <a:pt x="251172" y="187702"/>
                  <a:pt x="228600" y="187702"/>
                </a:cubicBezTo>
                <a:cubicBezTo>
                  <a:pt x="206028" y="187702"/>
                  <a:pt x="187702" y="206028"/>
                  <a:pt x="187702" y="228600"/>
                </a:cubicBezTo>
                <a:cubicBezTo>
                  <a:pt x="187702" y="251172"/>
                  <a:pt x="206028" y="269498"/>
                  <a:pt x="228600" y="269498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11" name="Text 9"/>
          <p:cNvSpPr/>
          <p:nvPr/>
        </p:nvSpPr>
        <p:spPr>
          <a:xfrm>
            <a:off x="4572000" y="2159000"/>
            <a:ext cx="330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844800"/>
            <a:ext cx="330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Vite :5173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2032000"/>
            <a:ext cx="635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A6D"/>
          </a:solidFill>
        </p:spPr>
      </p:sp>
      <p:sp>
        <p:nvSpPr>
          <p:cNvPr id="14" name="Shape 12"/>
          <p:cNvSpPr/>
          <p:nvPr/>
        </p:nvSpPr>
        <p:spPr>
          <a:xfrm>
            <a:off x="8763000" y="1524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125075" y="165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7C6FAB"/>
          </a:solidFill>
        </p:spPr>
      </p:sp>
      <p:sp>
        <p:nvSpPr>
          <p:cNvPr id="16" name="Text 14"/>
          <p:cNvSpPr/>
          <p:nvPr/>
        </p:nvSpPr>
        <p:spPr>
          <a:xfrm>
            <a:off x="8763000" y="2159000"/>
            <a:ext cx="330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Express Backend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63000" y="2844800"/>
            <a:ext cx="330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:5000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0" y="2032000"/>
            <a:ext cx="6350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C6FAB"/>
          </a:solidFill>
        </p:spPr>
      </p:sp>
      <p:sp>
        <p:nvSpPr>
          <p:cNvPr id="19" name="Shape 17"/>
          <p:cNvSpPr/>
          <p:nvPr/>
        </p:nvSpPr>
        <p:spPr>
          <a:xfrm>
            <a:off x="12954000" y="1524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973175" y="165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E8913A"/>
          </a:solidFill>
        </p:spPr>
      </p:sp>
      <p:sp>
        <p:nvSpPr>
          <p:cNvPr id="21" name="Text 19"/>
          <p:cNvSpPr/>
          <p:nvPr/>
        </p:nvSpPr>
        <p:spPr>
          <a:xfrm>
            <a:off x="12954000" y="21590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MongoDB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35560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 Modules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62000" y="4038600"/>
            <a:ext cx="1270000" cy="381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24" name="Shape 22"/>
          <p:cNvSpPr/>
          <p:nvPr/>
        </p:nvSpPr>
        <p:spPr>
          <a:xfrm>
            <a:off x="762000" y="4318000"/>
            <a:ext cx="1905000" cy="1524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98600" y="45212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26" name="Text 24"/>
          <p:cNvSpPr/>
          <p:nvPr/>
        </p:nvSpPr>
        <p:spPr>
          <a:xfrm>
            <a:off x="762000" y="5029200"/>
            <a:ext cx="1905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70200" y="4318000"/>
            <a:ext cx="1905000" cy="1524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30600" y="4521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4450" y="179070"/>
                </a:moveTo>
                <a:lnTo>
                  <a:pt x="25717" y="235109"/>
                </a:lnTo>
                <a:lnTo>
                  <a:pt x="25717" y="76200"/>
                </a:lnTo>
                <a:cubicBezTo>
                  <a:pt x="25717" y="48181"/>
                  <a:pt x="48498" y="25400"/>
                  <a:pt x="76518" y="25400"/>
                </a:cubicBezTo>
                <a:lnTo>
                  <a:pt x="186611" y="25400"/>
                </a:lnTo>
                <a:cubicBezTo>
                  <a:pt x="197564" y="25400"/>
                  <a:pt x="208280" y="28972"/>
                  <a:pt x="217091" y="35560"/>
                </a:cubicBezTo>
                <a:lnTo>
                  <a:pt x="247571" y="58420"/>
                </a:lnTo>
                <a:cubicBezTo>
                  <a:pt x="251936" y="61754"/>
                  <a:pt x="257334" y="63500"/>
                  <a:pt x="262811" y="63500"/>
                </a:cubicBezTo>
                <a:lnTo>
                  <a:pt x="355918" y="63500"/>
                </a:lnTo>
                <a:cubicBezTo>
                  <a:pt x="383937" y="63500"/>
                  <a:pt x="406718" y="86281"/>
                  <a:pt x="406718" y="114300"/>
                </a:cubicBezTo>
                <a:lnTo>
                  <a:pt x="406718" y="127000"/>
                </a:lnTo>
                <a:lnTo>
                  <a:pt x="116681" y="127000"/>
                </a:lnTo>
                <a:cubicBezTo>
                  <a:pt x="83899" y="127000"/>
                  <a:pt x="54769" y="147955"/>
                  <a:pt x="44371" y="179070"/>
                </a:cubicBezTo>
                <a:close/>
                <a:moveTo>
                  <a:pt x="379254" y="355600"/>
                </a:moveTo>
                <a:lnTo>
                  <a:pt x="78581" y="355600"/>
                </a:lnTo>
                <a:cubicBezTo>
                  <a:pt x="52546" y="355600"/>
                  <a:pt x="34211" y="330121"/>
                  <a:pt x="42466" y="305435"/>
                </a:cubicBezTo>
                <a:lnTo>
                  <a:pt x="80566" y="191135"/>
                </a:lnTo>
                <a:cubicBezTo>
                  <a:pt x="85725" y="175577"/>
                  <a:pt x="100330" y="165100"/>
                  <a:pt x="116681" y="165100"/>
                </a:cubicBezTo>
                <a:lnTo>
                  <a:pt x="417354" y="165100"/>
                </a:lnTo>
                <a:cubicBezTo>
                  <a:pt x="443389" y="165100"/>
                  <a:pt x="461724" y="190579"/>
                  <a:pt x="453469" y="215265"/>
                </a:cubicBezTo>
                <a:lnTo>
                  <a:pt x="415369" y="329565"/>
                </a:lnTo>
                <a:cubicBezTo>
                  <a:pt x="410210" y="345123"/>
                  <a:pt x="395605" y="355600"/>
                  <a:pt x="379254" y="35560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29" name="Text 27"/>
          <p:cNvSpPr/>
          <p:nvPr/>
        </p:nvSpPr>
        <p:spPr>
          <a:xfrm>
            <a:off x="2870200" y="5029200"/>
            <a:ext cx="1905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78400" y="4318000"/>
            <a:ext cx="1905000" cy="1524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4200" y="452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7C6FAB"/>
          </a:solidFill>
        </p:spPr>
      </p:sp>
      <p:sp>
        <p:nvSpPr>
          <p:cNvPr id="32" name="Text 30"/>
          <p:cNvSpPr/>
          <p:nvPr/>
        </p:nvSpPr>
        <p:spPr>
          <a:xfrm>
            <a:off x="4978400" y="5029200"/>
            <a:ext cx="1905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Internships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86600" y="4318000"/>
            <a:ext cx="1905000" cy="1524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2400" y="452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381000"/>
                </a:moveTo>
                <a:cubicBezTo>
                  <a:pt x="315436" y="381000"/>
                  <a:pt x="406400" y="295672"/>
                  <a:pt x="406400" y="190500"/>
                </a:cubicBezTo>
                <a:cubicBezTo>
                  <a:pt x="406400" y="85328"/>
                  <a:pt x="315436" y="0"/>
                  <a:pt x="203200" y="0"/>
                </a:cubicBezTo>
                <a:cubicBezTo>
                  <a:pt x="90964" y="0"/>
                  <a:pt x="0" y="85328"/>
                  <a:pt x="0" y="190500"/>
                </a:cubicBezTo>
                <a:cubicBezTo>
                  <a:pt x="0" y="233601"/>
                  <a:pt x="15240" y="273288"/>
                  <a:pt x="40958" y="305197"/>
                </a:cubicBezTo>
                <a:lnTo>
                  <a:pt x="2223" y="378460"/>
                </a:lnTo>
                <a:cubicBezTo>
                  <a:pt x="-1587" y="385604"/>
                  <a:pt x="-397" y="394335"/>
                  <a:pt x="5080" y="400288"/>
                </a:cubicBezTo>
                <a:cubicBezTo>
                  <a:pt x="10557" y="406241"/>
                  <a:pt x="19209" y="408067"/>
                  <a:pt x="26591" y="404892"/>
                </a:cubicBezTo>
                <a:lnTo>
                  <a:pt x="120571" y="364649"/>
                </a:lnTo>
                <a:cubicBezTo>
                  <a:pt x="145812" y="375126"/>
                  <a:pt x="173752" y="381000"/>
                  <a:pt x="203200" y="381000"/>
                </a:cubicBezTo>
                <a:close/>
                <a:moveTo>
                  <a:pt x="101600" y="165100"/>
                </a:moveTo>
                <a:cubicBezTo>
                  <a:pt x="115619" y="165100"/>
                  <a:pt x="127000" y="176481"/>
                  <a:pt x="127000" y="190500"/>
                </a:cubicBezTo>
                <a:cubicBezTo>
                  <a:pt x="127000" y="204519"/>
                  <a:pt x="115619" y="215900"/>
                  <a:pt x="101600" y="215900"/>
                </a:cubicBezTo>
                <a:cubicBezTo>
                  <a:pt x="87581" y="215900"/>
                  <a:pt x="76200" y="204519"/>
                  <a:pt x="76200" y="190500"/>
                </a:cubicBezTo>
                <a:cubicBezTo>
                  <a:pt x="76200" y="176481"/>
                  <a:pt x="87581" y="165100"/>
                  <a:pt x="101600" y="165100"/>
                </a:cubicBezTo>
                <a:close/>
                <a:moveTo>
                  <a:pt x="203200" y="165100"/>
                </a:moveTo>
                <a:cubicBezTo>
                  <a:pt x="217219" y="165100"/>
                  <a:pt x="228600" y="176481"/>
                  <a:pt x="228600" y="190500"/>
                </a:cubicBezTo>
                <a:cubicBezTo>
                  <a:pt x="228600" y="204519"/>
                  <a:pt x="217219" y="215900"/>
                  <a:pt x="203200" y="215900"/>
                </a:cubicBezTo>
                <a:cubicBezTo>
                  <a:pt x="189181" y="215900"/>
                  <a:pt x="177800" y="204519"/>
                  <a:pt x="177800" y="190500"/>
                </a:cubicBezTo>
                <a:cubicBezTo>
                  <a:pt x="177800" y="176481"/>
                  <a:pt x="189181" y="165100"/>
                  <a:pt x="203200" y="165100"/>
                </a:cubicBezTo>
                <a:close/>
                <a:moveTo>
                  <a:pt x="279400" y="190500"/>
                </a:moveTo>
                <a:cubicBezTo>
                  <a:pt x="279400" y="176481"/>
                  <a:pt x="290781" y="165100"/>
                  <a:pt x="304800" y="165100"/>
                </a:cubicBezTo>
                <a:cubicBezTo>
                  <a:pt x="318819" y="165100"/>
                  <a:pt x="330200" y="176481"/>
                  <a:pt x="330200" y="190500"/>
                </a:cubicBezTo>
                <a:cubicBezTo>
                  <a:pt x="330200" y="204519"/>
                  <a:pt x="318819" y="215900"/>
                  <a:pt x="304800" y="215900"/>
                </a:cubicBezTo>
                <a:cubicBezTo>
                  <a:pt x="290781" y="215900"/>
                  <a:pt x="279400" y="204519"/>
                  <a:pt x="279400" y="190500"/>
                </a:cubicBezTo>
                <a:close/>
              </a:path>
            </a:pathLst>
          </a:custGeom>
          <a:solidFill>
            <a:srgbClr val="E8913A"/>
          </a:solidFill>
        </p:spPr>
      </p:sp>
      <p:sp>
        <p:nvSpPr>
          <p:cNvPr id="35" name="Text 33"/>
          <p:cNvSpPr/>
          <p:nvPr/>
        </p:nvSpPr>
        <p:spPr>
          <a:xfrm>
            <a:off x="7086600" y="5029200"/>
            <a:ext cx="1905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194800" y="4318000"/>
            <a:ext cx="1905000" cy="1524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880600" y="452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101600"/>
                </a:moveTo>
                <a:lnTo>
                  <a:pt x="0" y="127000"/>
                </a:lnTo>
                <a:lnTo>
                  <a:pt x="406400" y="127000"/>
                </a:ln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ubicBezTo>
                  <a:pt x="22781" y="50800"/>
                  <a:pt x="0" y="73581"/>
                  <a:pt x="0" y="101600"/>
                </a:cubicBezTo>
                <a:close/>
                <a:moveTo>
                  <a:pt x="0" y="165100"/>
                </a:move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65100"/>
                </a:lnTo>
                <a:lnTo>
                  <a:pt x="0" y="165100"/>
                </a:lnTo>
                <a:close/>
                <a:moveTo>
                  <a:pt x="50800" y="285750"/>
                </a:moveTo>
                <a:cubicBezTo>
                  <a:pt x="50800" y="275193"/>
                  <a:pt x="59293" y="266700"/>
                  <a:pt x="69850" y="266700"/>
                </a:cubicBezTo>
                <a:lnTo>
                  <a:pt x="107950" y="266700"/>
                </a:lnTo>
                <a:cubicBezTo>
                  <a:pt x="118507" y="266700"/>
                  <a:pt x="127000" y="275193"/>
                  <a:pt x="127000" y="285750"/>
                </a:cubicBezTo>
                <a:cubicBezTo>
                  <a:pt x="127000" y="296307"/>
                  <a:pt x="118507" y="304800"/>
                  <a:pt x="107950" y="304800"/>
                </a:cubicBezTo>
                <a:lnTo>
                  <a:pt x="69850" y="304800"/>
                </a:lnTo>
                <a:cubicBezTo>
                  <a:pt x="59293" y="304800"/>
                  <a:pt x="50800" y="296307"/>
                  <a:pt x="50800" y="285750"/>
                </a:cubicBezTo>
                <a:close/>
                <a:moveTo>
                  <a:pt x="165100" y="285750"/>
                </a:moveTo>
                <a:cubicBezTo>
                  <a:pt x="165100" y="275193"/>
                  <a:pt x="173593" y="266700"/>
                  <a:pt x="184150" y="266700"/>
                </a:cubicBez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84150" y="304800"/>
                </a:lnTo>
                <a:cubicBezTo>
                  <a:pt x="173593" y="304800"/>
                  <a:pt x="165100" y="296307"/>
                  <a:pt x="165100" y="28575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38" name="Text 36"/>
          <p:cNvSpPr/>
          <p:nvPr/>
        </p:nvSpPr>
        <p:spPr>
          <a:xfrm>
            <a:off x="9194800" y="5029200"/>
            <a:ext cx="1905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Payments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303000" y="4318000"/>
            <a:ext cx="1905000" cy="1524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1988800" y="452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41" name="Text 39"/>
          <p:cNvSpPr/>
          <p:nvPr/>
        </p:nvSpPr>
        <p:spPr>
          <a:xfrm>
            <a:off x="11303000" y="5029200"/>
            <a:ext cx="1905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Courses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3411200" y="4318000"/>
            <a:ext cx="2082800" cy="1524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173200" y="4521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7C6FAB"/>
          </a:solidFill>
        </p:spPr>
      </p:sp>
      <p:sp>
        <p:nvSpPr>
          <p:cNvPr id="44" name="Text 42"/>
          <p:cNvSpPr/>
          <p:nvPr/>
        </p:nvSpPr>
        <p:spPr>
          <a:xfrm>
            <a:off x="13411200" y="5029200"/>
            <a:ext cx="20828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Reviews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2000" y="6350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6800" y="6908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171450" y="177800"/>
                </a:moveTo>
                <a:lnTo>
                  <a:pt x="209550" y="177800"/>
                </a:lnTo>
                <a:cubicBezTo>
                  <a:pt x="220107" y="177800"/>
                  <a:pt x="228600" y="186293"/>
                  <a:pt x="228600" y="196850"/>
                </a:cubicBezTo>
                <a:lnTo>
                  <a:pt x="228600" y="266700"/>
                </a:ln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71450" y="304800"/>
                </a:lnTo>
                <a:cubicBezTo>
                  <a:pt x="160893" y="304800"/>
                  <a:pt x="152400" y="296307"/>
                  <a:pt x="152400" y="285750"/>
                </a:cubicBezTo>
                <a:cubicBezTo>
                  <a:pt x="152400" y="275193"/>
                  <a:pt x="160893" y="266700"/>
                  <a:pt x="171450" y="266700"/>
                </a:cubicBezTo>
                <a:lnTo>
                  <a:pt x="190500" y="266700"/>
                </a:lnTo>
                <a:lnTo>
                  <a:pt x="190500" y="215900"/>
                </a:lnTo>
                <a:lnTo>
                  <a:pt x="171450" y="215900"/>
                </a:lnTo>
                <a:cubicBezTo>
                  <a:pt x="160893" y="215900"/>
                  <a:pt x="152400" y="207407"/>
                  <a:pt x="152400" y="196850"/>
                </a:cubicBezTo>
                <a:cubicBezTo>
                  <a:pt x="152400" y="186293"/>
                  <a:pt x="160893" y="177800"/>
                  <a:pt x="171450" y="17780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47" name="Text 45"/>
          <p:cNvSpPr/>
          <p:nvPr/>
        </p:nvSpPr>
        <p:spPr>
          <a:xfrm>
            <a:off x="1651000" y="6604000"/>
            <a:ext cx="13538200" cy="127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The frontend communicates with the backend via </a:t>
            </a:r>
            <a:r>
              <a:rPr lang="en-US" sz="16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REST APIs</a:t>
            </a: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 The backend uses </a:t>
            </a:r>
            <a:r>
              <a:rPr lang="en-US" sz="16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Mongoose models</a:t>
            </a: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MongoDB operations and a </a:t>
            </a:r>
            <a:r>
              <a:rPr lang="en-US" sz="16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JSON store</a:t>
            </a: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for demo data. All modules are independently deployable microservices.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1117600"/>
            <a:ext cx="5112385" cy="609600"/>
          </a:xfrm>
          <a:prstGeom prst="roundRect">
            <a:avLst>
              <a:gd name="adj" fmla="val 6000"/>
            </a:avLst>
          </a:prstGeom>
          <a:solidFill>
            <a:srgbClr val="3D7A8C"/>
          </a:solidFill>
        </p:spPr>
      </p:sp>
      <p:sp>
        <p:nvSpPr>
          <p:cNvPr id="6" name="Shape 4"/>
          <p:cNvSpPr/>
          <p:nvPr/>
        </p:nvSpPr>
        <p:spPr>
          <a:xfrm>
            <a:off x="1041400" y="1219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125230" y="196850"/>
                  <a:pt x="82550" y="154170"/>
                  <a:pt x="82550" y="101600"/>
                </a:cubicBezTo>
                <a:cubicBezTo>
                  <a:pt x="82550" y="49030"/>
                  <a:pt x="125230" y="6350"/>
                  <a:pt x="177800" y="6350"/>
                </a:cubicBezTo>
                <a:cubicBezTo>
                  <a:pt x="230370" y="6350"/>
                  <a:pt x="273050" y="49030"/>
                  <a:pt x="273050" y="101600"/>
                </a:cubicBezTo>
                <a:cubicBezTo>
                  <a:pt x="273050" y="154170"/>
                  <a:pt x="230370" y="196850"/>
                  <a:pt x="177800" y="196850"/>
                </a:cubicBezTo>
                <a:close/>
                <a:moveTo>
                  <a:pt x="153591" y="241300"/>
                </a:moveTo>
                <a:lnTo>
                  <a:pt x="202009" y="241300"/>
                </a:lnTo>
                <a:cubicBezTo>
                  <a:pt x="209709" y="241300"/>
                  <a:pt x="215900" y="247491"/>
                  <a:pt x="215900" y="255191"/>
                </a:cubicBezTo>
                <a:cubicBezTo>
                  <a:pt x="215900" y="258524"/>
                  <a:pt x="214709" y="261699"/>
                  <a:pt x="212566" y="264239"/>
                </a:cubicBezTo>
                <a:lnTo>
                  <a:pt x="190818" y="289639"/>
                </a:lnTo>
                <a:lnTo>
                  <a:pt x="215424" y="381000"/>
                </a:lnTo>
                <a:lnTo>
                  <a:pt x="215900" y="381000"/>
                </a:lnTo>
                <a:lnTo>
                  <a:pt x="243364" y="271066"/>
                </a:lnTo>
                <a:cubicBezTo>
                  <a:pt x="245110" y="264160"/>
                  <a:pt x="252174" y="259953"/>
                  <a:pt x="258842" y="262493"/>
                </a:cubicBezTo>
                <a:cubicBezTo>
                  <a:pt x="307975" y="281226"/>
                  <a:pt x="342900" y="328851"/>
                  <a:pt x="342900" y="384572"/>
                </a:cubicBezTo>
                <a:cubicBezTo>
                  <a:pt x="342900" y="396558"/>
                  <a:pt x="333137" y="406321"/>
                  <a:pt x="321151" y="406321"/>
                </a:cubicBezTo>
                <a:lnTo>
                  <a:pt x="34449" y="406400"/>
                </a:lnTo>
                <a:cubicBezTo>
                  <a:pt x="22463" y="406400"/>
                  <a:pt x="12700" y="396637"/>
                  <a:pt x="12700" y="384651"/>
                </a:cubicBezTo>
                <a:cubicBezTo>
                  <a:pt x="12700" y="328930"/>
                  <a:pt x="47625" y="281305"/>
                  <a:pt x="96758" y="262573"/>
                </a:cubicBezTo>
                <a:cubicBezTo>
                  <a:pt x="103426" y="260033"/>
                  <a:pt x="110490" y="264239"/>
                  <a:pt x="112236" y="271145"/>
                </a:cubicBezTo>
                <a:lnTo>
                  <a:pt x="139700" y="381079"/>
                </a:lnTo>
                <a:lnTo>
                  <a:pt x="140176" y="381079"/>
                </a:lnTo>
                <a:lnTo>
                  <a:pt x="164783" y="289719"/>
                </a:lnTo>
                <a:lnTo>
                  <a:pt x="143034" y="264319"/>
                </a:lnTo>
                <a:cubicBezTo>
                  <a:pt x="140891" y="261779"/>
                  <a:pt x="139700" y="258604"/>
                  <a:pt x="139700" y="255270"/>
                </a:cubicBezTo>
                <a:cubicBezTo>
                  <a:pt x="139700" y="247571"/>
                  <a:pt x="145891" y="241379"/>
                  <a:pt x="153591" y="24137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574800" y="1117600"/>
            <a:ext cx="5969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CLIENT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1727200"/>
            <a:ext cx="5113020" cy="647700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6800" y="2082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541" y="15071"/>
                </a:moveTo>
                <a:cubicBezTo>
                  <a:pt x="312331" y="-139"/>
                  <a:pt x="287744" y="-139"/>
                  <a:pt x="272534" y="15071"/>
                </a:cubicBezTo>
                <a:lnTo>
                  <a:pt x="255587" y="32018"/>
                </a:lnTo>
                <a:lnTo>
                  <a:pt x="323582" y="100013"/>
                </a:lnTo>
                <a:lnTo>
                  <a:pt x="340529" y="83066"/>
                </a:lnTo>
                <a:cubicBezTo>
                  <a:pt x="355739" y="67856"/>
                  <a:pt x="355739" y="43269"/>
                  <a:pt x="340529" y="28059"/>
                </a:cubicBezTo>
                <a:lnTo>
                  <a:pt x="327541" y="15071"/>
                </a:lnTo>
                <a:close/>
                <a:moveTo>
                  <a:pt x="119737" y="167868"/>
                </a:moveTo>
                <a:cubicBezTo>
                  <a:pt x="115501" y="172105"/>
                  <a:pt x="112236" y="177314"/>
                  <a:pt x="110361" y="183078"/>
                </a:cubicBezTo>
                <a:lnTo>
                  <a:pt x="89803" y="244753"/>
                </a:lnTo>
                <a:cubicBezTo>
                  <a:pt x="87789" y="250726"/>
                  <a:pt x="89386" y="257324"/>
                  <a:pt x="93831" y="261838"/>
                </a:cubicBezTo>
                <a:cubicBezTo>
                  <a:pt x="98276" y="266353"/>
                  <a:pt x="104874" y="267881"/>
                  <a:pt x="110917" y="265867"/>
                </a:cubicBezTo>
                <a:lnTo>
                  <a:pt x="172591" y="245308"/>
                </a:lnTo>
                <a:cubicBezTo>
                  <a:pt x="178286" y="243433"/>
                  <a:pt x="183495" y="240169"/>
                  <a:pt x="187801" y="235932"/>
                </a:cubicBezTo>
                <a:lnTo>
                  <a:pt x="300038" y="123557"/>
                </a:lnTo>
                <a:lnTo>
                  <a:pt x="232043" y="55563"/>
                </a:lnTo>
                <a:lnTo>
                  <a:pt x="119737" y="167868"/>
                </a:lnTo>
                <a:close/>
                <a:moveTo>
                  <a:pt x="66675" y="44450"/>
                </a:moveTo>
                <a:cubicBezTo>
                  <a:pt x="29865" y="44450"/>
                  <a:pt x="0" y="74315"/>
                  <a:pt x="0" y="11112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244475" y="355600"/>
                </a:lnTo>
                <a:cubicBezTo>
                  <a:pt x="281285" y="355600"/>
                  <a:pt x="311150" y="325735"/>
                  <a:pt x="311150" y="288925"/>
                </a:cubicBezTo>
                <a:lnTo>
                  <a:pt x="311150" y="222250"/>
                </a:lnTo>
                <a:cubicBezTo>
                  <a:pt x="311150" y="209957"/>
                  <a:pt x="301218" y="200025"/>
                  <a:pt x="288925" y="200025"/>
                </a:cubicBezTo>
                <a:cubicBezTo>
                  <a:pt x="276632" y="200025"/>
                  <a:pt x="266700" y="209957"/>
                  <a:pt x="266700" y="222250"/>
                </a:cubicBezTo>
                <a:lnTo>
                  <a:pt x="266700" y="288925"/>
                </a:lnTo>
                <a:cubicBezTo>
                  <a:pt x="266700" y="301218"/>
                  <a:pt x="256768" y="311150"/>
                  <a:pt x="244475" y="311150"/>
                </a:cubicBezTo>
                <a:lnTo>
                  <a:pt x="66675" y="311150"/>
                </a:lnTo>
                <a:cubicBezTo>
                  <a:pt x="54382" y="311150"/>
                  <a:pt x="44450" y="301218"/>
                  <a:pt x="44450" y="288925"/>
                </a:cubicBezTo>
                <a:lnTo>
                  <a:pt x="44450" y="111125"/>
                </a:lnTo>
                <a:cubicBezTo>
                  <a:pt x="44450" y="98832"/>
                  <a:pt x="54382" y="88900"/>
                  <a:pt x="66675" y="88900"/>
                </a:cubicBezTo>
                <a:lnTo>
                  <a:pt x="133350" y="88900"/>
                </a:lnTo>
                <a:cubicBezTo>
                  <a:pt x="145643" y="88900"/>
                  <a:pt x="155575" y="78968"/>
                  <a:pt x="155575" y="66675"/>
                </a:cubicBezTo>
                <a:cubicBezTo>
                  <a:pt x="155575" y="54382"/>
                  <a:pt x="145643" y="44450"/>
                  <a:pt x="133350" y="44450"/>
                </a:cubicBezTo>
                <a:lnTo>
                  <a:pt x="66675" y="44450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10" name="Text 8"/>
          <p:cNvSpPr/>
          <p:nvPr/>
        </p:nvSpPr>
        <p:spPr>
          <a:xfrm>
            <a:off x="1574800" y="1981200"/>
            <a:ext cx="430149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 projects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with budget &amp; skill tags to attract the right talent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" y="325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13" name="Text 11"/>
          <p:cNvSpPr/>
          <p:nvPr/>
        </p:nvSpPr>
        <p:spPr>
          <a:xfrm>
            <a:off x="1574800" y="3149600"/>
            <a:ext cx="39446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Review and shortlist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freelancer applications with skill matching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16" name="Text 14"/>
          <p:cNvSpPr/>
          <p:nvPr/>
        </p:nvSpPr>
        <p:spPr>
          <a:xfrm>
            <a:off x="1574800" y="4318000"/>
            <a:ext cx="430085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Track milestones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project progress in real-time dashboards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11250" y="558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19" name="Text 17"/>
          <p:cNvSpPr/>
          <p:nvPr/>
        </p:nvSpPr>
        <p:spPr>
          <a:xfrm>
            <a:off x="1574800" y="5486400"/>
            <a:ext cx="465391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Release payments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securely through Razorpay integration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4275" y="1117600"/>
            <a:ext cx="4867275" cy="609600"/>
          </a:xfrm>
          <a:prstGeom prst="roundRect">
            <a:avLst>
              <a:gd name="adj" fmla="val 6000"/>
            </a:avLst>
          </a:prstGeom>
          <a:solidFill>
            <a:srgbClr val="5B9A6D"/>
          </a:solidFill>
        </p:spPr>
      </p:sp>
      <p:sp>
        <p:nvSpPr>
          <p:cNvPr id="21" name="Shape 19"/>
          <p:cNvSpPr/>
          <p:nvPr/>
        </p:nvSpPr>
        <p:spPr>
          <a:xfrm>
            <a:off x="6850380" y="12192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50800" y="76200"/>
                </a:moveTo>
                <a:cubicBezTo>
                  <a:pt x="50800" y="48181"/>
                  <a:pt x="73581" y="25400"/>
                  <a:pt x="101600" y="25400"/>
                </a:cubicBezTo>
                <a:lnTo>
                  <a:pt x="406400" y="25400"/>
                </a:lnTo>
                <a:cubicBezTo>
                  <a:pt x="434419" y="25400"/>
                  <a:pt x="457200" y="48181"/>
                  <a:pt x="457200" y="76200"/>
                </a:cubicBezTo>
                <a:lnTo>
                  <a:pt x="457200" y="266700"/>
                </a:lnTo>
                <a:lnTo>
                  <a:pt x="406400" y="266700"/>
                </a:lnTo>
                <a:lnTo>
                  <a:pt x="406400" y="76200"/>
                </a:lnTo>
                <a:lnTo>
                  <a:pt x="101600" y="76200"/>
                </a:lnTo>
                <a:lnTo>
                  <a:pt x="101600" y="266700"/>
                </a:lnTo>
                <a:lnTo>
                  <a:pt x="50800" y="266700"/>
                </a:lnTo>
                <a:lnTo>
                  <a:pt x="50800" y="76200"/>
                </a:lnTo>
                <a:close/>
                <a:moveTo>
                  <a:pt x="0" y="320040"/>
                </a:moveTo>
                <a:cubicBezTo>
                  <a:pt x="0" y="311626"/>
                  <a:pt x="6826" y="304800"/>
                  <a:pt x="15240" y="304800"/>
                </a:cubicBezTo>
                <a:lnTo>
                  <a:pt x="492760" y="304800"/>
                </a:lnTo>
                <a:cubicBezTo>
                  <a:pt x="501174" y="304800"/>
                  <a:pt x="508000" y="311626"/>
                  <a:pt x="508000" y="320040"/>
                </a:cubicBezTo>
                <a:cubicBezTo>
                  <a:pt x="508000" y="353695"/>
                  <a:pt x="480695" y="381000"/>
                  <a:pt x="447040" y="381000"/>
                </a:cubicBezTo>
                <a:lnTo>
                  <a:pt x="60960" y="381000"/>
                </a:lnTo>
                <a:cubicBezTo>
                  <a:pt x="27305" y="381000"/>
                  <a:pt x="0" y="353695"/>
                  <a:pt x="0" y="320040"/>
                </a:cubicBezTo>
                <a:close/>
                <a:moveTo>
                  <a:pt x="223044" y="165894"/>
                </a:moveTo>
                <a:lnTo>
                  <a:pt x="198438" y="190500"/>
                </a:lnTo>
                <a:lnTo>
                  <a:pt x="223044" y="215106"/>
                </a:lnTo>
                <a:cubicBezTo>
                  <a:pt x="230505" y="222567"/>
                  <a:pt x="230505" y="234633"/>
                  <a:pt x="223044" y="242014"/>
                </a:cubicBezTo>
                <a:cubicBezTo>
                  <a:pt x="215583" y="249396"/>
                  <a:pt x="203518" y="249476"/>
                  <a:pt x="196136" y="242014"/>
                </a:cubicBezTo>
                <a:lnTo>
                  <a:pt x="158036" y="203914"/>
                </a:lnTo>
                <a:cubicBezTo>
                  <a:pt x="150574" y="196453"/>
                  <a:pt x="150574" y="184388"/>
                  <a:pt x="158036" y="177006"/>
                </a:cubicBezTo>
                <a:lnTo>
                  <a:pt x="196136" y="138906"/>
                </a:lnTo>
                <a:cubicBezTo>
                  <a:pt x="203597" y="131445"/>
                  <a:pt x="215662" y="131445"/>
                  <a:pt x="223044" y="138906"/>
                </a:cubicBezTo>
                <a:cubicBezTo>
                  <a:pt x="230426" y="146368"/>
                  <a:pt x="230505" y="158432"/>
                  <a:pt x="223044" y="165814"/>
                </a:cubicBezTo>
                <a:close/>
                <a:moveTo>
                  <a:pt x="311944" y="138906"/>
                </a:moveTo>
                <a:lnTo>
                  <a:pt x="350044" y="177006"/>
                </a:lnTo>
                <a:cubicBezTo>
                  <a:pt x="357505" y="184468"/>
                  <a:pt x="357505" y="196533"/>
                  <a:pt x="350044" y="203914"/>
                </a:cubicBezTo>
                <a:lnTo>
                  <a:pt x="311944" y="242014"/>
                </a:lnTo>
                <a:cubicBezTo>
                  <a:pt x="304483" y="249476"/>
                  <a:pt x="292418" y="249476"/>
                  <a:pt x="285036" y="242014"/>
                </a:cubicBezTo>
                <a:cubicBezTo>
                  <a:pt x="277654" y="234553"/>
                  <a:pt x="277574" y="222488"/>
                  <a:pt x="285036" y="215106"/>
                </a:cubicBezTo>
                <a:lnTo>
                  <a:pt x="309642" y="190500"/>
                </a:lnTo>
                <a:lnTo>
                  <a:pt x="285036" y="165894"/>
                </a:lnTo>
                <a:cubicBezTo>
                  <a:pt x="277574" y="158433"/>
                  <a:pt x="277574" y="146368"/>
                  <a:pt x="285036" y="138986"/>
                </a:cubicBezTo>
                <a:cubicBezTo>
                  <a:pt x="292497" y="131604"/>
                  <a:pt x="304562" y="131524"/>
                  <a:pt x="311944" y="13898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7903210" y="1042670"/>
            <a:ext cx="2722245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FREELANCER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8715" y="1727200"/>
            <a:ext cx="5182870" cy="6477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41795" y="226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13013" y="225792"/>
                </a:moveTo>
                <a:lnTo>
                  <a:pt x="112792" y="264339"/>
                </a:lnTo>
                <a:cubicBezTo>
                  <a:pt x="99318" y="269548"/>
                  <a:pt x="86052" y="256282"/>
                  <a:pt x="91261" y="242808"/>
                </a:cubicBezTo>
                <a:lnTo>
                  <a:pt x="129808" y="142587"/>
                </a:lnTo>
                <a:cubicBezTo>
                  <a:pt x="132100" y="136684"/>
                  <a:pt x="136684" y="132100"/>
                  <a:pt x="142587" y="129808"/>
                </a:cubicBezTo>
                <a:lnTo>
                  <a:pt x="242808" y="91261"/>
                </a:lnTo>
                <a:cubicBezTo>
                  <a:pt x="256282" y="86052"/>
                  <a:pt x="269548" y="99318"/>
                  <a:pt x="264339" y="112792"/>
                </a:cubicBezTo>
                <a:lnTo>
                  <a:pt x="225792" y="213013"/>
                </a:lnTo>
                <a:cubicBezTo>
                  <a:pt x="223570" y="218916"/>
                  <a:pt x="218916" y="223500"/>
                  <a:pt x="213013" y="225792"/>
                </a:cubicBezTo>
                <a:close/>
                <a:moveTo>
                  <a:pt x="200025" y="177800"/>
                </a:moveTo>
                <a:cubicBezTo>
                  <a:pt x="200025" y="165534"/>
                  <a:pt x="190066" y="155575"/>
                  <a:pt x="177800" y="155575"/>
                </a:cubicBezTo>
                <a:cubicBezTo>
                  <a:pt x="165534" y="155575"/>
                  <a:pt x="155575" y="165534"/>
                  <a:pt x="155575" y="177800"/>
                </a:cubicBezTo>
                <a:cubicBezTo>
                  <a:pt x="155575" y="190066"/>
                  <a:pt x="165534" y="200025"/>
                  <a:pt x="177800" y="200025"/>
                </a:cubicBezTo>
                <a:cubicBezTo>
                  <a:pt x="190066" y="200025"/>
                  <a:pt x="200025" y="190066"/>
                  <a:pt x="200025" y="17780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25" name="Text 23"/>
          <p:cNvSpPr/>
          <p:nvPr/>
        </p:nvSpPr>
        <p:spPr>
          <a:xfrm>
            <a:off x="7249795" y="1981200"/>
            <a:ext cx="417004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Browse &amp; apply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to matching projects with smart recommendations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41795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28" name="Text 26"/>
          <p:cNvSpPr/>
          <p:nvPr/>
        </p:nvSpPr>
        <p:spPr>
          <a:xfrm>
            <a:off x="7249795" y="3149600"/>
            <a:ext cx="411543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Showcase skills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ratings &amp; portfolio to stand out to clients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16090" y="4597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5B9A6D"/>
          </a:solidFill>
        </p:spPr>
      </p:sp>
      <p:sp>
        <p:nvSpPr>
          <p:cNvPr id="31" name="Text 29"/>
          <p:cNvSpPr/>
          <p:nvPr/>
        </p:nvSpPr>
        <p:spPr>
          <a:xfrm>
            <a:off x="7447915" y="4318000"/>
            <a:ext cx="391731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Complete courses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and earn verified certificates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41795" y="558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34" name="Text 32"/>
          <p:cNvSpPr/>
          <p:nvPr/>
        </p:nvSpPr>
        <p:spPr>
          <a:xfrm>
            <a:off x="7380605" y="5486400"/>
            <a:ext cx="487362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Chat with clients</a:t>
            </a:r>
            <a:r>
              <a:rPr lang="en-US" sz="17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in real time for seamless collaboration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Shape 21"/>
          <p:cNvSpPr/>
          <p:nvPr/>
        </p:nvSpPr>
        <p:spPr>
          <a:xfrm>
            <a:off x="11597005" y="1718945"/>
            <a:ext cx="4582795" cy="6477635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  <p:txBody>
          <a:bodyPr/>
          <a:p>
            <a:endParaRPr lang="en-US" altLang="en-US"/>
          </a:p>
          <a:p>
            <a:r>
              <a:rPr lang="en-IN" altLang="en-US"/>
              <a:t>        </a:t>
            </a:r>
            <a:r>
              <a:rPr lang="en-IN" altLang="en-US">
                <a:solidFill>
                  <a:schemeClr val="accent5"/>
                </a:solidFill>
              </a:rPr>
              <a:t>  </a:t>
            </a:r>
            <a:r>
              <a:rPr lang="en-US" altLang="en-US">
                <a:solidFill>
                  <a:schemeClr val="accent5"/>
                </a:solidFill>
              </a:rPr>
              <a:t>Manage Users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Monitor client and freelancer accounts, verify profiles, and handle account approvals or restrictions.</a:t>
            </a:r>
            <a:endParaRPr lang="en-US" altLang="en-US"/>
          </a:p>
          <a:p>
            <a:endParaRPr lang="en-US" altLang="en-US"/>
          </a:p>
          <a:p>
            <a:r>
              <a:rPr lang="en-IN" altLang="en-US">
                <a:solidFill>
                  <a:schemeClr val="accent5"/>
                </a:solidFill>
              </a:rPr>
              <a:t>         </a:t>
            </a:r>
            <a:r>
              <a:rPr lang="en-US" altLang="en-US">
                <a:solidFill>
                  <a:schemeClr val="accent5"/>
                </a:solidFill>
              </a:rPr>
              <a:t>Add &amp; Manage Courses</a:t>
            </a:r>
            <a:endParaRPr lang="en-US" altLang="en-US">
              <a:solidFill>
                <a:schemeClr val="accent5"/>
              </a:solidFill>
            </a:endParaRPr>
          </a:p>
          <a:p>
            <a:endParaRPr lang="en-US" altLang="en-US"/>
          </a:p>
          <a:p>
            <a:r>
              <a:rPr lang="en-US" altLang="en-US"/>
              <a:t>Create, update, and organize learning content to help freelancers upskill continuously.</a:t>
            </a:r>
            <a:endParaRPr lang="en-US" altLang="en-US"/>
          </a:p>
          <a:p>
            <a:endParaRPr lang="en-US" altLang="en-US"/>
          </a:p>
          <a:p>
            <a:r>
              <a:rPr lang="en-IN" altLang="en-US"/>
              <a:t>         </a:t>
            </a:r>
            <a:r>
              <a:rPr lang="en-IN" altLang="en-US" sz="20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   </a:t>
            </a:r>
            <a:r>
              <a:rPr lang="en-US" altLang="en-US" sz="2000">
                <a:solidFill>
                  <a:schemeClr val="accent5"/>
                </a:solidFill>
              </a:rPr>
              <a:t>Add Certifications</a:t>
            </a:r>
            <a:endParaRPr lang="en-US" altLang="en-US" sz="2000">
              <a:solidFill>
                <a:schemeClr val="accent5"/>
              </a:solidFill>
            </a:endParaRPr>
          </a:p>
          <a:p>
            <a:r>
              <a:rPr lang="en-US" altLang="en-US"/>
              <a:t>Provide verified certifications for completed courses to enhance freelancer credibility.</a:t>
            </a:r>
            <a:endParaRPr lang="en-US" altLang="en-US"/>
          </a:p>
          <a:p>
            <a:endParaRPr lang="en-US" altLang="en-US"/>
          </a:p>
          <a:p>
            <a:r>
              <a:rPr lang="en-IN" altLang="en-US">
                <a:solidFill>
                  <a:srgbClr val="0070C0"/>
                </a:solidFill>
              </a:rPr>
              <a:t>         </a:t>
            </a:r>
            <a:r>
              <a:rPr lang="en-US" altLang="en-US">
                <a:solidFill>
                  <a:srgbClr val="0070C0"/>
                </a:solidFill>
              </a:rPr>
              <a:t>Handle Issues &amp; Support</a:t>
            </a:r>
            <a:endParaRPr lang="en-US" altLang="en-US">
              <a:solidFill>
                <a:srgbClr val="0070C0"/>
              </a:solidFill>
            </a:endParaRPr>
          </a:p>
          <a:p>
            <a:endParaRPr lang="en-US" altLang="en-US"/>
          </a:p>
          <a:p>
            <a:r>
              <a:rPr lang="en-US" altLang="en-US"/>
              <a:t>Resolve user complaints, manage disputes, and ensure smooth platform operations.</a:t>
            </a:r>
            <a:endParaRPr lang="en-US" altLang="en-US"/>
          </a:p>
        </p:txBody>
      </p:sp>
      <p:sp>
        <p:nvSpPr>
          <p:cNvPr id="37" name="Shape 3"/>
          <p:cNvSpPr/>
          <p:nvPr/>
        </p:nvSpPr>
        <p:spPr>
          <a:xfrm>
            <a:off x="11550650" y="1117600"/>
            <a:ext cx="4547870" cy="609600"/>
          </a:xfrm>
          <a:prstGeom prst="roundRect">
            <a:avLst>
              <a:gd name="adj" fmla="val 6000"/>
            </a:avLst>
          </a:prstGeom>
          <a:solidFill>
            <a:srgbClr val="3D7A8C"/>
          </a:solidFill>
        </p:spPr>
        <p:txBody>
          <a:bodyPr/>
          <a:p>
            <a:endParaRPr lang="en-US"/>
          </a:p>
        </p:txBody>
      </p:sp>
      <p:sp>
        <p:nvSpPr>
          <p:cNvPr id="38" name="Shape 4"/>
          <p:cNvSpPr/>
          <p:nvPr/>
        </p:nvSpPr>
        <p:spPr>
          <a:xfrm>
            <a:off x="11990070" y="124587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125230" y="196850"/>
                  <a:pt x="82550" y="154170"/>
                  <a:pt x="82550" y="101600"/>
                </a:cubicBezTo>
                <a:cubicBezTo>
                  <a:pt x="82550" y="49030"/>
                  <a:pt x="125230" y="6350"/>
                  <a:pt x="177800" y="6350"/>
                </a:cubicBezTo>
                <a:cubicBezTo>
                  <a:pt x="230370" y="6350"/>
                  <a:pt x="273050" y="49030"/>
                  <a:pt x="273050" y="101600"/>
                </a:cubicBezTo>
                <a:cubicBezTo>
                  <a:pt x="273050" y="154170"/>
                  <a:pt x="230370" y="196850"/>
                  <a:pt x="177800" y="196850"/>
                </a:cubicBezTo>
                <a:close/>
                <a:moveTo>
                  <a:pt x="153591" y="241300"/>
                </a:moveTo>
                <a:lnTo>
                  <a:pt x="202009" y="241300"/>
                </a:lnTo>
                <a:cubicBezTo>
                  <a:pt x="209709" y="241300"/>
                  <a:pt x="215900" y="247491"/>
                  <a:pt x="215900" y="255191"/>
                </a:cubicBezTo>
                <a:cubicBezTo>
                  <a:pt x="215900" y="258524"/>
                  <a:pt x="214709" y="261699"/>
                  <a:pt x="212566" y="264239"/>
                </a:cubicBezTo>
                <a:lnTo>
                  <a:pt x="190818" y="289639"/>
                </a:lnTo>
                <a:lnTo>
                  <a:pt x="215424" y="381000"/>
                </a:lnTo>
                <a:lnTo>
                  <a:pt x="215900" y="381000"/>
                </a:lnTo>
                <a:lnTo>
                  <a:pt x="243364" y="271066"/>
                </a:lnTo>
                <a:cubicBezTo>
                  <a:pt x="245110" y="264160"/>
                  <a:pt x="252174" y="259953"/>
                  <a:pt x="258842" y="262493"/>
                </a:cubicBezTo>
                <a:cubicBezTo>
                  <a:pt x="307975" y="281226"/>
                  <a:pt x="342900" y="328851"/>
                  <a:pt x="342900" y="384572"/>
                </a:cubicBezTo>
                <a:cubicBezTo>
                  <a:pt x="342900" y="396558"/>
                  <a:pt x="333137" y="406321"/>
                  <a:pt x="321151" y="406321"/>
                </a:cubicBezTo>
                <a:lnTo>
                  <a:pt x="34449" y="406400"/>
                </a:lnTo>
                <a:cubicBezTo>
                  <a:pt x="22463" y="406400"/>
                  <a:pt x="12700" y="396637"/>
                  <a:pt x="12700" y="384651"/>
                </a:cubicBezTo>
                <a:cubicBezTo>
                  <a:pt x="12700" y="328930"/>
                  <a:pt x="47625" y="281305"/>
                  <a:pt x="96758" y="262573"/>
                </a:cubicBezTo>
                <a:cubicBezTo>
                  <a:pt x="103426" y="260033"/>
                  <a:pt x="110490" y="264239"/>
                  <a:pt x="112236" y="271145"/>
                </a:cubicBezTo>
                <a:lnTo>
                  <a:pt x="139700" y="381079"/>
                </a:lnTo>
                <a:lnTo>
                  <a:pt x="140176" y="381079"/>
                </a:lnTo>
                <a:lnTo>
                  <a:pt x="164783" y="289719"/>
                </a:lnTo>
                <a:lnTo>
                  <a:pt x="143034" y="264319"/>
                </a:lnTo>
                <a:cubicBezTo>
                  <a:pt x="140891" y="261779"/>
                  <a:pt x="139700" y="258604"/>
                  <a:pt x="139700" y="255270"/>
                </a:cubicBezTo>
                <a:cubicBezTo>
                  <a:pt x="139700" y="247571"/>
                  <a:pt x="145891" y="241379"/>
                  <a:pt x="153591" y="241379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p>
            <a:endParaRPr lang="en-US"/>
          </a:p>
        </p:txBody>
      </p:sp>
      <p:sp>
        <p:nvSpPr>
          <p:cNvPr id="39" name="Text Box 38"/>
          <p:cNvSpPr txBox="1"/>
          <p:nvPr/>
        </p:nvSpPr>
        <p:spPr>
          <a:xfrm>
            <a:off x="12533630" y="1245870"/>
            <a:ext cx="54184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>
                <a:solidFill>
                  <a:schemeClr val="bg1"/>
                </a:solidFill>
              </a:rPr>
              <a:t>Admin</a:t>
            </a:r>
            <a:endParaRPr lang="en-IN" altLang="en-US" sz="2000">
              <a:solidFill>
                <a:schemeClr val="bg1"/>
              </a:solidFill>
            </a:endParaRPr>
          </a:p>
        </p:txBody>
      </p:sp>
      <p:sp>
        <p:nvSpPr>
          <p:cNvPr id="40" name="Shape 7"/>
          <p:cNvSpPr/>
          <p:nvPr/>
        </p:nvSpPr>
        <p:spPr>
          <a:xfrm>
            <a:off x="11764645" y="20853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541" y="15071"/>
                </a:moveTo>
                <a:cubicBezTo>
                  <a:pt x="312331" y="-139"/>
                  <a:pt x="287744" y="-139"/>
                  <a:pt x="272534" y="15071"/>
                </a:cubicBezTo>
                <a:lnTo>
                  <a:pt x="255587" y="32018"/>
                </a:lnTo>
                <a:lnTo>
                  <a:pt x="323582" y="100013"/>
                </a:lnTo>
                <a:lnTo>
                  <a:pt x="340529" y="83066"/>
                </a:lnTo>
                <a:cubicBezTo>
                  <a:pt x="355739" y="67856"/>
                  <a:pt x="355739" y="43269"/>
                  <a:pt x="340529" y="28059"/>
                </a:cubicBezTo>
                <a:lnTo>
                  <a:pt x="327541" y="15071"/>
                </a:lnTo>
                <a:close/>
                <a:moveTo>
                  <a:pt x="119737" y="167868"/>
                </a:moveTo>
                <a:cubicBezTo>
                  <a:pt x="115501" y="172105"/>
                  <a:pt x="112236" y="177314"/>
                  <a:pt x="110361" y="183078"/>
                </a:cubicBezTo>
                <a:lnTo>
                  <a:pt x="89803" y="244753"/>
                </a:lnTo>
                <a:cubicBezTo>
                  <a:pt x="87789" y="250726"/>
                  <a:pt x="89386" y="257324"/>
                  <a:pt x="93831" y="261838"/>
                </a:cubicBezTo>
                <a:cubicBezTo>
                  <a:pt x="98276" y="266353"/>
                  <a:pt x="104874" y="267881"/>
                  <a:pt x="110917" y="265867"/>
                </a:cubicBezTo>
                <a:lnTo>
                  <a:pt x="172591" y="245308"/>
                </a:lnTo>
                <a:cubicBezTo>
                  <a:pt x="178286" y="243433"/>
                  <a:pt x="183495" y="240169"/>
                  <a:pt x="187801" y="235932"/>
                </a:cubicBezTo>
                <a:lnTo>
                  <a:pt x="300038" y="123557"/>
                </a:lnTo>
                <a:lnTo>
                  <a:pt x="232043" y="55563"/>
                </a:lnTo>
                <a:lnTo>
                  <a:pt x="119737" y="167868"/>
                </a:lnTo>
                <a:close/>
                <a:moveTo>
                  <a:pt x="66675" y="44450"/>
                </a:moveTo>
                <a:cubicBezTo>
                  <a:pt x="29865" y="44450"/>
                  <a:pt x="0" y="74315"/>
                  <a:pt x="0" y="11112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244475" y="355600"/>
                </a:lnTo>
                <a:cubicBezTo>
                  <a:pt x="281285" y="355600"/>
                  <a:pt x="311150" y="325735"/>
                  <a:pt x="311150" y="288925"/>
                </a:cubicBezTo>
                <a:lnTo>
                  <a:pt x="311150" y="222250"/>
                </a:lnTo>
                <a:cubicBezTo>
                  <a:pt x="311150" y="209957"/>
                  <a:pt x="301218" y="200025"/>
                  <a:pt x="288925" y="200025"/>
                </a:cubicBezTo>
                <a:cubicBezTo>
                  <a:pt x="276632" y="200025"/>
                  <a:pt x="266700" y="209957"/>
                  <a:pt x="266700" y="222250"/>
                </a:cubicBezTo>
                <a:lnTo>
                  <a:pt x="266700" y="288925"/>
                </a:lnTo>
                <a:cubicBezTo>
                  <a:pt x="266700" y="301218"/>
                  <a:pt x="256768" y="311150"/>
                  <a:pt x="244475" y="311150"/>
                </a:cubicBezTo>
                <a:lnTo>
                  <a:pt x="66675" y="311150"/>
                </a:lnTo>
                <a:cubicBezTo>
                  <a:pt x="54382" y="311150"/>
                  <a:pt x="44450" y="301218"/>
                  <a:pt x="44450" y="288925"/>
                </a:cubicBezTo>
                <a:lnTo>
                  <a:pt x="44450" y="111125"/>
                </a:lnTo>
                <a:cubicBezTo>
                  <a:pt x="44450" y="98832"/>
                  <a:pt x="54382" y="88900"/>
                  <a:pt x="66675" y="88900"/>
                </a:cubicBezTo>
                <a:lnTo>
                  <a:pt x="133350" y="88900"/>
                </a:lnTo>
                <a:cubicBezTo>
                  <a:pt x="145643" y="88900"/>
                  <a:pt x="155575" y="78968"/>
                  <a:pt x="155575" y="66675"/>
                </a:cubicBezTo>
                <a:cubicBezTo>
                  <a:pt x="155575" y="54382"/>
                  <a:pt x="145643" y="44450"/>
                  <a:pt x="133350" y="44450"/>
                </a:cubicBezTo>
                <a:lnTo>
                  <a:pt x="66675" y="44450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42" name="Shape 25"/>
          <p:cNvSpPr/>
          <p:nvPr/>
        </p:nvSpPr>
        <p:spPr>
          <a:xfrm>
            <a:off x="1189863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0070C0"/>
          </a:solidFill>
        </p:spPr>
      </p:sp>
      <p:sp>
        <p:nvSpPr>
          <p:cNvPr id="43" name="Shape 28"/>
          <p:cNvSpPr/>
          <p:nvPr/>
        </p:nvSpPr>
        <p:spPr>
          <a:xfrm>
            <a:off x="11764645" y="371348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</p:spPr>
      </p:sp>
      <p:sp>
        <p:nvSpPr>
          <p:cNvPr id="44" name="Shape 28"/>
          <p:cNvSpPr/>
          <p:nvPr/>
        </p:nvSpPr>
        <p:spPr>
          <a:xfrm>
            <a:off x="11826875" y="619252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Platform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1117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371600"/>
            <a:ext cx="660400" cy="660400"/>
          </a:xfrm>
          <a:prstGeom prst="ellipse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143000" y="149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8" name="Text 6"/>
          <p:cNvSpPr/>
          <p:nvPr/>
        </p:nvSpPr>
        <p:spPr>
          <a:xfrm>
            <a:off x="1016000" y="2209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6416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Secure login and registration system with role-based access control for clients and freelancers.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117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69000" y="1371600"/>
            <a:ext cx="660400" cy="660400"/>
          </a:xfrm>
          <a:prstGeom prst="ellipse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096000" y="149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13" name="Text 11"/>
          <p:cNvSpPr/>
          <p:nvPr/>
        </p:nvSpPr>
        <p:spPr>
          <a:xfrm>
            <a:off x="5969000" y="2209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69000" y="26416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Earnings overview, project statistics, active project tracking and performance analytics.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117600"/>
            <a:ext cx="4826000" cy="3429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22000" y="1371600"/>
            <a:ext cx="660400" cy="660400"/>
          </a:xfrm>
          <a:prstGeom prst="ellipse">
            <a:avLst/>
          </a:prstGeom>
          <a:solidFill>
            <a:srgbClr val="7C6FAB">
              <a:alpha val="12549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1049000" y="149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68" y="57388"/>
                </a:moveTo>
                <a:cubicBezTo>
                  <a:pt x="29845" y="38418"/>
                  <a:pt x="47228" y="25400"/>
                  <a:pt x="66993" y="25400"/>
                </a:cubicBezTo>
                <a:lnTo>
                  <a:pt x="340042" y="25400"/>
                </a:lnTo>
                <a:cubicBezTo>
                  <a:pt x="359807" y="25400"/>
                  <a:pt x="377190" y="38418"/>
                  <a:pt x="382746" y="57388"/>
                </a:cubicBezTo>
                <a:lnTo>
                  <a:pt x="401320" y="121047"/>
                </a:lnTo>
                <a:cubicBezTo>
                  <a:pt x="411480" y="155734"/>
                  <a:pt x="385366" y="190500"/>
                  <a:pt x="349250" y="190500"/>
                </a:cubicBezTo>
                <a:cubicBezTo>
                  <a:pt x="328374" y="190500"/>
                  <a:pt x="310039" y="178673"/>
                  <a:pt x="300990" y="161052"/>
                </a:cubicBezTo>
                <a:cubicBezTo>
                  <a:pt x="291783" y="178435"/>
                  <a:pt x="273526" y="190500"/>
                  <a:pt x="252254" y="190500"/>
                </a:cubicBezTo>
                <a:cubicBezTo>
                  <a:pt x="231140" y="190500"/>
                  <a:pt x="212804" y="178594"/>
                  <a:pt x="203597" y="161131"/>
                </a:cubicBezTo>
                <a:cubicBezTo>
                  <a:pt x="194389" y="178594"/>
                  <a:pt x="176054" y="190500"/>
                  <a:pt x="154940" y="190500"/>
                </a:cubicBezTo>
                <a:cubicBezTo>
                  <a:pt x="133667" y="190500"/>
                  <a:pt x="115411" y="178514"/>
                  <a:pt x="106204" y="161052"/>
                </a:cubicBezTo>
                <a:cubicBezTo>
                  <a:pt x="97155" y="178594"/>
                  <a:pt x="78819" y="190500"/>
                  <a:pt x="57944" y="190500"/>
                </a:cubicBezTo>
                <a:cubicBezTo>
                  <a:pt x="21749" y="190500"/>
                  <a:pt x="-4286" y="155813"/>
                  <a:pt x="5874" y="121047"/>
                </a:cubicBezTo>
                <a:lnTo>
                  <a:pt x="24368" y="57388"/>
                </a:lnTo>
                <a:close/>
                <a:moveTo>
                  <a:pt x="76518" y="279400"/>
                </a:moveTo>
                <a:lnTo>
                  <a:pt x="330518" y="279400"/>
                </a:lnTo>
                <a:lnTo>
                  <a:pt x="330518" y="226695"/>
                </a:lnTo>
                <a:cubicBezTo>
                  <a:pt x="336550" y="227965"/>
                  <a:pt x="342821" y="228600"/>
                  <a:pt x="349171" y="228600"/>
                </a:cubicBezTo>
                <a:cubicBezTo>
                  <a:pt x="360521" y="228600"/>
                  <a:pt x="371396" y="226536"/>
                  <a:pt x="381317" y="222885"/>
                </a:cubicBezTo>
                <a:lnTo>
                  <a:pt x="381317" y="342900"/>
                </a:lnTo>
                <a:cubicBezTo>
                  <a:pt x="381317" y="363934"/>
                  <a:pt x="364252" y="381000"/>
                  <a:pt x="343218" y="381000"/>
                </a:cubicBezTo>
                <a:lnTo>
                  <a:pt x="63817" y="381000"/>
                </a:lnTo>
                <a:cubicBezTo>
                  <a:pt x="42783" y="381000"/>
                  <a:pt x="25717" y="363934"/>
                  <a:pt x="25717" y="342900"/>
                </a:cubicBezTo>
                <a:lnTo>
                  <a:pt x="25717" y="222885"/>
                </a:lnTo>
                <a:cubicBezTo>
                  <a:pt x="35639" y="226536"/>
                  <a:pt x="46434" y="228600"/>
                  <a:pt x="57864" y="228600"/>
                </a:cubicBezTo>
                <a:cubicBezTo>
                  <a:pt x="64294" y="228600"/>
                  <a:pt x="70485" y="227965"/>
                  <a:pt x="76517" y="226695"/>
                </a:cubicBezTo>
                <a:lnTo>
                  <a:pt x="76517" y="279400"/>
                </a:lnTo>
                <a:close/>
              </a:path>
            </a:pathLst>
          </a:custGeom>
          <a:solidFill>
            <a:srgbClr val="7C6FAB"/>
          </a:solidFill>
        </p:spPr>
      </p:sp>
      <p:sp>
        <p:nvSpPr>
          <p:cNvPr id="18" name="Text 16"/>
          <p:cNvSpPr/>
          <p:nvPr/>
        </p:nvSpPr>
        <p:spPr>
          <a:xfrm>
            <a:off x="10922000" y="22098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2641600"/>
            <a:ext cx="4318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Browse projects with filters for skill requirements, budget range, and project category.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800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6000" y="5054600"/>
            <a:ext cx="660400" cy="660400"/>
          </a:xfrm>
          <a:prstGeom prst="ellipse">
            <a:avLst/>
          </a:prstGeom>
          <a:solidFill>
            <a:srgbClr val="E8913A">
              <a:alpha val="12549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1117600" y="5181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E8913A"/>
          </a:solidFill>
        </p:spPr>
      </p:sp>
      <p:sp>
        <p:nvSpPr>
          <p:cNvPr id="23" name="Text 21"/>
          <p:cNvSpPr/>
          <p:nvPr/>
        </p:nvSpPr>
        <p:spPr>
          <a:xfrm>
            <a:off x="1016000" y="5892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Smart Matching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3246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 freelancer recommendations based on skills, experience, and project requirements.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48006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69000" y="5054600"/>
            <a:ext cx="660400" cy="660400"/>
          </a:xfrm>
          <a:prstGeom prst="ellipse">
            <a:avLst/>
          </a:prstGeom>
          <a:solidFill>
            <a:srgbClr val="3D7A8C">
              <a:alpha val="12549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070600" y="5181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28" name="Text 26"/>
          <p:cNvSpPr/>
          <p:nvPr/>
        </p:nvSpPr>
        <p:spPr>
          <a:xfrm>
            <a:off x="5969000" y="5892800"/>
            <a:ext cx="4191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Learning Center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69000" y="6324600"/>
            <a:ext cx="4191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Courses, quizzes, progress tracking and certificates for continuous skill development.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8000" y="4800600"/>
            <a:ext cx="4826000" cy="3429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922000" y="5054600"/>
            <a:ext cx="660400" cy="660400"/>
          </a:xfrm>
          <a:prstGeom prst="ellipse">
            <a:avLst/>
          </a:prstGeom>
          <a:solidFill>
            <a:srgbClr val="5B9A6D">
              <a:alpha val="12549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11049000" y="5181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5B9A6D"/>
          </a:solidFill>
        </p:spPr>
      </p:sp>
      <p:sp>
        <p:nvSpPr>
          <p:cNvPr id="33" name="Text 31"/>
          <p:cNvSpPr/>
          <p:nvPr/>
        </p:nvSpPr>
        <p:spPr>
          <a:xfrm>
            <a:off x="10922000" y="5892800"/>
            <a:ext cx="431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Internships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22000" y="6324600"/>
            <a:ext cx="4318000" cy="165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Browse, apply and track internship applications with status updates and notifications.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 Users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11176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6800" y="1371600"/>
            <a:ext cx="812800" cy="812800"/>
          </a:xfrm>
          <a:prstGeom prst="ellipse">
            <a:avLst/>
          </a:prstGeom>
          <a:solidFill>
            <a:srgbClr val="3D7A8C"/>
          </a:solidFill>
        </p:spPr>
      </p:sp>
      <p:sp>
        <p:nvSpPr>
          <p:cNvPr id="7" name="Shape 5"/>
          <p:cNvSpPr/>
          <p:nvPr/>
        </p:nvSpPr>
        <p:spPr>
          <a:xfrm>
            <a:off x="1250950" y="152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246063"/>
                </a:moveTo>
                <a:cubicBezTo>
                  <a:pt x="156538" y="246063"/>
                  <a:pt x="103188" y="192712"/>
                  <a:pt x="103188" y="127000"/>
                </a:cubicBezTo>
                <a:cubicBezTo>
                  <a:pt x="103188" y="61288"/>
                  <a:pt x="156538" y="7938"/>
                  <a:pt x="222250" y="7938"/>
                </a:cubicBezTo>
                <a:cubicBezTo>
                  <a:pt x="287962" y="7938"/>
                  <a:pt x="341313" y="61288"/>
                  <a:pt x="341313" y="127000"/>
                </a:cubicBezTo>
                <a:cubicBezTo>
                  <a:pt x="341313" y="192712"/>
                  <a:pt x="287962" y="246063"/>
                  <a:pt x="222250" y="246063"/>
                </a:cubicBezTo>
                <a:close/>
                <a:moveTo>
                  <a:pt x="191988" y="301625"/>
                </a:moveTo>
                <a:lnTo>
                  <a:pt x="252512" y="301625"/>
                </a:lnTo>
                <a:cubicBezTo>
                  <a:pt x="262136" y="301625"/>
                  <a:pt x="269875" y="309364"/>
                  <a:pt x="269875" y="318988"/>
                </a:cubicBezTo>
                <a:cubicBezTo>
                  <a:pt x="269875" y="323155"/>
                  <a:pt x="268387" y="327124"/>
                  <a:pt x="265708" y="330299"/>
                </a:cubicBezTo>
                <a:lnTo>
                  <a:pt x="238522" y="362049"/>
                </a:lnTo>
                <a:lnTo>
                  <a:pt x="269280" y="476250"/>
                </a:lnTo>
                <a:lnTo>
                  <a:pt x="269875" y="476250"/>
                </a:lnTo>
                <a:lnTo>
                  <a:pt x="304205" y="338832"/>
                </a:lnTo>
                <a:cubicBezTo>
                  <a:pt x="306388" y="330200"/>
                  <a:pt x="315218" y="324941"/>
                  <a:pt x="323552" y="328116"/>
                </a:cubicBezTo>
                <a:cubicBezTo>
                  <a:pt x="384969" y="351532"/>
                  <a:pt x="428625" y="411063"/>
                  <a:pt x="428625" y="480715"/>
                </a:cubicBezTo>
                <a:cubicBezTo>
                  <a:pt x="428625" y="495697"/>
                  <a:pt x="416421" y="507901"/>
                  <a:pt x="401439" y="507901"/>
                </a:cubicBezTo>
                <a:lnTo>
                  <a:pt x="43061" y="508000"/>
                </a:lnTo>
                <a:cubicBezTo>
                  <a:pt x="28079" y="508000"/>
                  <a:pt x="15875" y="495796"/>
                  <a:pt x="15875" y="480814"/>
                </a:cubicBezTo>
                <a:cubicBezTo>
                  <a:pt x="15875" y="411163"/>
                  <a:pt x="59531" y="351631"/>
                  <a:pt x="120948" y="328216"/>
                </a:cubicBezTo>
                <a:cubicBezTo>
                  <a:pt x="129282" y="325041"/>
                  <a:pt x="138113" y="330299"/>
                  <a:pt x="140295" y="338931"/>
                </a:cubicBezTo>
                <a:lnTo>
                  <a:pt x="174625" y="476349"/>
                </a:lnTo>
                <a:lnTo>
                  <a:pt x="175220" y="476349"/>
                </a:lnTo>
                <a:lnTo>
                  <a:pt x="205978" y="362148"/>
                </a:lnTo>
                <a:lnTo>
                  <a:pt x="178792" y="330398"/>
                </a:lnTo>
                <a:cubicBezTo>
                  <a:pt x="176113" y="327223"/>
                  <a:pt x="174625" y="323255"/>
                  <a:pt x="174625" y="319088"/>
                </a:cubicBezTo>
                <a:cubicBezTo>
                  <a:pt x="174625" y="309463"/>
                  <a:pt x="182364" y="301724"/>
                  <a:pt x="191988" y="30172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2133600" y="13208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Aarav Mehta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33600" y="1752600"/>
            <a:ext cx="1016000" cy="330200"/>
          </a:xfrm>
          <a:prstGeom prst="roundRect">
            <a:avLst>
              <a:gd name="adj" fmla="val 12000"/>
            </a:avLst>
          </a:prstGeom>
          <a:solidFill>
            <a:srgbClr val="3D7A8C"/>
          </a:solidFill>
        </p:spPr>
      </p:sp>
      <p:sp>
        <p:nvSpPr>
          <p:cNvPr id="10" name="Text 8"/>
          <p:cNvSpPr/>
          <p:nvPr/>
        </p:nvSpPr>
        <p:spPr>
          <a:xfrm>
            <a:off x="2133600" y="17526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02000" y="1752600"/>
            <a:ext cx="381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HelioScale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33600" y="2184400"/>
            <a:ext cx="12954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Posts web development, design &amp; microsite projects. Looking for skilled freelancers with proven portfolios.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1496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16000" y="3403600"/>
            <a:ext cx="711200" cy="711200"/>
          </a:xfrm>
          <a:prstGeom prst="ellipse">
            <a:avLst/>
          </a:prstGeom>
          <a:solidFill>
            <a:srgbClr val="5B9A6D"/>
          </a:solidFill>
        </p:spPr>
      </p:sp>
      <p:sp>
        <p:nvSpPr>
          <p:cNvPr id="15" name="Shape 13"/>
          <p:cNvSpPr/>
          <p:nvPr/>
        </p:nvSpPr>
        <p:spPr>
          <a:xfrm>
            <a:off x="1114425" y="3530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1879600" y="3403600"/>
            <a:ext cx="330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Riya Sharma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79600" y="3810000"/>
            <a:ext cx="1397000" cy="279400"/>
          </a:xfrm>
          <a:prstGeom prst="roundRect">
            <a:avLst>
              <a:gd name="adj" fmla="val 12000"/>
            </a:avLst>
          </a:prstGeom>
          <a:solidFill>
            <a:srgbClr val="5B9A6D"/>
          </a:solidFill>
        </p:spPr>
      </p:sp>
      <p:sp>
        <p:nvSpPr>
          <p:cNvPr id="18" name="Text 16"/>
          <p:cNvSpPr/>
          <p:nvPr/>
        </p:nvSpPr>
        <p:spPr>
          <a:xfrm>
            <a:off x="1879600" y="3810000"/>
            <a:ext cx="1397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FREELANCER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318000"/>
            <a:ext cx="4191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React, Node.js Expert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4826000"/>
            <a:ext cx="4191000" cy="762000"/>
          </a:xfrm>
          <a:prstGeom prst="roundRect">
            <a:avLst>
              <a:gd name="adj" fmla="val 6000"/>
            </a:avLst>
          </a:prstGeom>
          <a:solidFill>
            <a:srgbClr val="5B9A6D">
              <a:alpha val="8235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016000" y="4826000"/>
            <a:ext cx="2095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₹1,85,000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Earned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11500" y="4826000"/>
            <a:ext cx="2095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6000" y="5791200"/>
            <a:ext cx="4191000" cy="101600"/>
          </a:xfrm>
          <a:prstGeom prst="roundRect">
            <a:avLst>
              <a:gd name="adj" fmla="val 25000"/>
            </a:avLst>
          </a:prstGeom>
          <a:solidFill>
            <a:srgbClr val="5B9A6D">
              <a:alpha val="12549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1016000" y="5791200"/>
            <a:ext cx="3556000" cy="101600"/>
          </a:xfrm>
          <a:prstGeom prst="roundRect">
            <a:avLst>
              <a:gd name="adj" fmla="val 25000"/>
            </a:avLst>
          </a:prstGeom>
          <a:solidFill>
            <a:srgbClr val="5B9A6D"/>
          </a:solidFill>
        </p:spPr>
      </p:sp>
      <p:sp>
        <p:nvSpPr>
          <p:cNvPr id="25" name="Text 23"/>
          <p:cNvSpPr/>
          <p:nvPr/>
        </p:nvSpPr>
        <p:spPr>
          <a:xfrm>
            <a:off x="1016000" y="59944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Top Rated Freelancer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15000" y="3149600"/>
            <a:ext cx="4699000" cy="3556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69000" y="3403600"/>
            <a:ext cx="711200" cy="711200"/>
          </a:xfrm>
          <a:prstGeom prst="ellipse">
            <a:avLst/>
          </a:prstGeom>
          <a:solidFill>
            <a:srgbClr val="7C6FAB"/>
          </a:solidFill>
        </p:spPr>
      </p:sp>
      <p:sp>
        <p:nvSpPr>
          <p:cNvPr id="28" name="Shape 26"/>
          <p:cNvSpPr/>
          <p:nvPr/>
        </p:nvSpPr>
        <p:spPr>
          <a:xfrm>
            <a:off x="6067425" y="3530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29071" y="9198"/>
                </a:moveTo>
                <a:lnTo>
                  <a:pt x="231368" y="141089"/>
                </a:lnTo>
                <a:cubicBezTo>
                  <a:pt x="205383" y="158413"/>
                  <a:pt x="188863" y="186541"/>
                  <a:pt x="186184" y="217259"/>
                </a:cubicBezTo>
                <a:cubicBezTo>
                  <a:pt x="241816" y="228689"/>
                  <a:pt x="285661" y="272534"/>
                  <a:pt x="297180" y="328255"/>
                </a:cubicBezTo>
                <a:cubicBezTo>
                  <a:pt x="327987" y="325576"/>
                  <a:pt x="356027" y="309056"/>
                  <a:pt x="373350" y="283071"/>
                </a:cubicBezTo>
                <a:lnTo>
                  <a:pt x="505152" y="85279"/>
                </a:lnTo>
                <a:cubicBezTo>
                  <a:pt x="511135" y="76260"/>
                  <a:pt x="514350" y="65723"/>
                  <a:pt x="514350" y="54828"/>
                </a:cubicBezTo>
                <a:cubicBezTo>
                  <a:pt x="514350" y="24557"/>
                  <a:pt x="489793" y="0"/>
                  <a:pt x="459522" y="0"/>
                </a:cubicBezTo>
                <a:cubicBezTo>
                  <a:pt x="448717" y="0"/>
                  <a:pt x="438090" y="3215"/>
                  <a:pt x="429071" y="9198"/>
                </a:cubicBezTo>
                <a:close/>
                <a:moveTo>
                  <a:pt x="257175" y="357188"/>
                </a:moveTo>
                <a:cubicBezTo>
                  <a:pt x="257175" y="301913"/>
                  <a:pt x="212437" y="257175"/>
                  <a:pt x="157163" y="257175"/>
                </a:cubicBezTo>
                <a:cubicBezTo>
                  <a:pt x="101888" y="257175"/>
                  <a:pt x="57150" y="301913"/>
                  <a:pt x="57150" y="357188"/>
                </a:cubicBezTo>
                <a:cubicBezTo>
                  <a:pt x="57150" y="360670"/>
                  <a:pt x="57329" y="364153"/>
                  <a:pt x="57686" y="367546"/>
                </a:cubicBezTo>
                <a:cubicBezTo>
                  <a:pt x="59293" y="383173"/>
                  <a:pt x="48577" y="400050"/>
                  <a:pt x="32861" y="400050"/>
                </a:cubicBezTo>
                <a:lnTo>
                  <a:pt x="28575" y="400050"/>
                </a:lnTo>
                <a:cubicBezTo>
                  <a:pt x="12769" y="400050"/>
                  <a:pt x="0" y="412819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157163" y="457200"/>
                </a:lnTo>
                <a:cubicBezTo>
                  <a:pt x="212437" y="457200"/>
                  <a:pt x="257175" y="412462"/>
                  <a:pt x="257175" y="357188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6832600" y="3403600"/>
            <a:ext cx="330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Vikram Patel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32600" y="3810000"/>
            <a:ext cx="1397000" cy="279400"/>
          </a:xfrm>
          <a:prstGeom prst="roundRect">
            <a:avLst>
              <a:gd name="adj" fmla="val 12000"/>
            </a:avLst>
          </a:prstGeom>
          <a:solidFill>
            <a:srgbClr val="7C6FAB"/>
          </a:solidFill>
        </p:spPr>
      </p:sp>
      <p:sp>
        <p:nvSpPr>
          <p:cNvPr id="31" name="Text 29"/>
          <p:cNvSpPr/>
          <p:nvPr/>
        </p:nvSpPr>
        <p:spPr>
          <a:xfrm>
            <a:off x="6832600" y="3810000"/>
            <a:ext cx="1397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FREELANCER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69000" y="4318000"/>
            <a:ext cx="4191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Figma, UI Design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69000" y="4826000"/>
            <a:ext cx="4191000" cy="762000"/>
          </a:xfrm>
          <a:prstGeom prst="roundRect">
            <a:avLst>
              <a:gd name="adj" fmla="val 6000"/>
            </a:avLst>
          </a:prstGeom>
          <a:solidFill>
            <a:srgbClr val="7C6FAB">
              <a:alpha val="8235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5969000" y="4826000"/>
            <a:ext cx="2095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₹92,000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Earned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64500" y="4826000"/>
            <a:ext cx="2095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69000" y="5791200"/>
            <a:ext cx="4191000" cy="101600"/>
          </a:xfrm>
          <a:prstGeom prst="roundRect">
            <a:avLst>
              <a:gd name="adj" fmla="val 25000"/>
            </a:avLst>
          </a:prstGeom>
          <a:solidFill>
            <a:srgbClr val="7C6FAB">
              <a:alpha val="12549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5969000" y="5791200"/>
            <a:ext cx="1778000" cy="101600"/>
          </a:xfrm>
          <a:prstGeom prst="roundRect">
            <a:avLst>
              <a:gd name="adj" fmla="val 25000"/>
            </a:avLst>
          </a:prstGeom>
          <a:solidFill>
            <a:srgbClr val="7C6FAB"/>
          </a:solidFill>
        </p:spPr>
      </p:sp>
      <p:sp>
        <p:nvSpPr>
          <p:cNvPr id="38" name="Text 36"/>
          <p:cNvSpPr/>
          <p:nvPr/>
        </p:nvSpPr>
        <p:spPr>
          <a:xfrm>
            <a:off x="5969000" y="5994400"/>
            <a:ext cx="419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Rising Talent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668000" y="3149600"/>
            <a:ext cx="4826000" cy="3556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922000" y="3403600"/>
            <a:ext cx="711200" cy="711200"/>
          </a:xfrm>
          <a:prstGeom prst="ellipse">
            <a:avLst/>
          </a:prstGeom>
          <a:solidFill>
            <a:srgbClr val="E8913A"/>
          </a:solidFill>
        </p:spPr>
      </p:sp>
      <p:sp>
        <p:nvSpPr>
          <p:cNvPr id="41" name="Shape 39"/>
          <p:cNvSpPr/>
          <p:nvPr/>
        </p:nvSpPr>
        <p:spPr>
          <a:xfrm>
            <a:off x="11049000" y="3530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11785600" y="3403600"/>
            <a:ext cx="342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Neha Iyer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785600" y="3810000"/>
            <a:ext cx="1397000" cy="279400"/>
          </a:xfrm>
          <a:prstGeom prst="roundRect">
            <a:avLst>
              <a:gd name="adj" fmla="val 12000"/>
            </a:avLst>
          </a:prstGeom>
          <a:solidFill>
            <a:srgbClr val="E8913A"/>
          </a:solidFill>
        </p:spPr>
      </p:sp>
      <p:sp>
        <p:nvSpPr>
          <p:cNvPr id="44" name="Text 42"/>
          <p:cNvSpPr/>
          <p:nvPr/>
        </p:nvSpPr>
        <p:spPr>
          <a:xfrm>
            <a:off x="11785600" y="3810000"/>
            <a:ext cx="1397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FREELANCER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922000" y="4318000"/>
            <a:ext cx="4318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HTML, CSS, JS Beginner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922000" y="4826000"/>
            <a:ext cx="4318000" cy="762000"/>
          </a:xfrm>
          <a:prstGeom prst="roundRect">
            <a:avLst>
              <a:gd name="adj" fmla="val 6000"/>
            </a:avLst>
          </a:prstGeom>
          <a:solidFill>
            <a:srgbClr val="E8913A">
              <a:alpha val="8235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0922000" y="4826000"/>
            <a:ext cx="215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₹18,000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Earned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081000" y="4826000"/>
            <a:ext cx="2159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Project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922000" y="5791200"/>
            <a:ext cx="4318000" cy="101600"/>
          </a:xfrm>
          <a:prstGeom prst="roundRect">
            <a:avLst>
              <a:gd name="adj" fmla="val 25000"/>
            </a:avLst>
          </a:prstGeom>
          <a:solidFill>
            <a:srgbClr val="E8913A">
              <a:alpha val="12549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10922000" y="5791200"/>
            <a:ext cx="355600" cy="101600"/>
          </a:xfrm>
          <a:prstGeom prst="roundRect">
            <a:avLst>
              <a:gd name="adj" fmla="val 25000"/>
            </a:avLst>
          </a:prstGeom>
          <a:solidFill>
            <a:srgbClr val="E8913A"/>
          </a:solidFill>
        </p:spPr>
      </p:sp>
      <p:sp>
        <p:nvSpPr>
          <p:cNvPr id="51" name="Text 49"/>
          <p:cNvSpPr/>
          <p:nvPr/>
        </p:nvSpPr>
        <p:spPr>
          <a:xfrm>
            <a:off x="10922000" y="5994400"/>
            <a:ext cx="4318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New Freelancer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Sample Projects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Text 3"/>
          <p:cNvSpPr/>
          <p:nvPr/>
        </p:nvSpPr>
        <p:spPr>
          <a:xfrm>
            <a:off x="762000" y="990600"/>
            <a:ext cx="508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Live Project Listings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473200"/>
            <a:ext cx="14732000" cy="2133600"/>
          </a:xfrm>
          <a:prstGeom prst="roundRect">
            <a:avLst>
              <a:gd name="adj" fmla="val 6000"/>
            </a:avLst>
          </a:prstGeom>
          <a:solidFill>
            <a:srgbClr val="E3F2FD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66800" y="1676400"/>
            <a:ext cx="1397000" cy="355600"/>
          </a:xfrm>
          <a:prstGeom prst="roundRect">
            <a:avLst>
              <a:gd name="adj" fmla="val 14000"/>
            </a:avLst>
          </a:prstGeom>
          <a:solidFill>
            <a:srgbClr val="E8913A"/>
          </a:solidFill>
        </p:spPr>
      </p:sp>
      <p:sp>
        <p:nvSpPr>
          <p:cNvPr id="8" name="Text 6"/>
          <p:cNvSpPr/>
          <p:nvPr/>
        </p:nvSpPr>
        <p:spPr>
          <a:xfrm>
            <a:off x="1066800" y="1676400"/>
            <a:ext cx="1397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1336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SaaS Analytics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5654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₹80,000 – ₹1,20,000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6800" y="2997200"/>
            <a:ext cx="889000" cy="330200"/>
          </a:xfrm>
          <a:prstGeom prst="roundRect">
            <a:avLst>
              <a:gd name="adj" fmla="val 14000"/>
            </a:avLst>
          </a:prstGeom>
          <a:solidFill>
            <a:srgbClr val="3D7A8C">
              <a:alpha val="12549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1066800" y="2997200"/>
            <a:ext cx="889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82800" y="2997200"/>
            <a:ext cx="1016000" cy="330200"/>
          </a:xfrm>
          <a:prstGeom prst="roundRect">
            <a:avLst>
              <a:gd name="adj" fmla="val 14000"/>
            </a:avLst>
          </a:prstGeom>
          <a:solidFill>
            <a:srgbClr val="3D7A8C">
              <a:alpha val="12549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2082800" y="2997200"/>
            <a:ext cx="1016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Node.js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4780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3D7A8C"/>
          </a:solidFill>
        </p:spPr>
      </p:sp>
      <p:sp>
        <p:nvSpPr>
          <p:cNvPr id="16" name="Shape 14"/>
          <p:cNvSpPr/>
          <p:nvPr/>
        </p:nvSpPr>
        <p:spPr>
          <a:xfrm>
            <a:off x="762000" y="3810000"/>
            <a:ext cx="14732000" cy="2133600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6800" y="4013200"/>
            <a:ext cx="889000" cy="355600"/>
          </a:xfrm>
          <a:prstGeom prst="roundRect">
            <a:avLst>
              <a:gd name="adj" fmla="val 14000"/>
            </a:avLst>
          </a:prstGeom>
          <a:solidFill>
            <a:srgbClr val="5B9A6D"/>
          </a:solidFill>
        </p:spPr>
      </p:sp>
      <p:sp>
        <p:nvSpPr>
          <p:cNvPr id="18" name="Text 16"/>
          <p:cNvSpPr/>
          <p:nvPr/>
        </p:nvSpPr>
        <p:spPr>
          <a:xfrm>
            <a:off x="1066800" y="40132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" y="44704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Mobile Onboarding Redesign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49022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₹20,000 – ₹35,000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6800" y="5334000"/>
            <a:ext cx="889000" cy="330200"/>
          </a:xfrm>
          <a:prstGeom prst="roundRect">
            <a:avLst>
              <a:gd name="adj" fmla="val 14000"/>
            </a:avLst>
          </a:prstGeom>
          <a:solidFill>
            <a:srgbClr val="5B9A6D">
              <a:alpha val="12549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066800" y="5334000"/>
            <a:ext cx="889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Figma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82800" y="5334000"/>
            <a:ext cx="1143000" cy="330200"/>
          </a:xfrm>
          <a:prstGeom prst="roundRect">
            <a:avLst>
              <a:gd name="adj" fmla="val 14000"/>
            </a:avLst>
          </a:prstGeom>
          <a:solidFill>
            <a:srgbClr val="5B9A6D">
              <a:alpha val="12549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2082800" y="5334000"/>
            <a:ext cx="1143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UI Design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554200" y="43688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9050" y="76200"/>
                </a:moveTo>
                <a:cubicBezTo>
                  <a:pt x="19050" y="34171"/>
                  <a:pt x="53221" y="0"/>
                  <a:pt x="95250" y="0"/>
                </a:cubicBezTo>
                <a:lnTo>
                  <a:pt x="361950" y="0"/>
                </a:lnTo>
                <a:cubicBezTo>
                  <a:pt x="403979" y="0"/>
                  <a:pt x="438150" y="34171"/>
                  <a:pt x="438150" y="76200"/>
                </a:cubicBezTo>
                <a:lnTo>
                  <a:pt x="438150" y="533400"/>
                </a:lnTo>
                <a:cubicBezTo>
                  <a:pt x="438150" y="575429"/>
                  <a:pt x="403979" y="609600"/>
                  <a:pt x="361950" y="609600"/>
                </a:cubicBezTo>
                <a:lnTo>
                  <a:pt x="95250" y="609600"/>
                </a:lnTo>
                <a:cubicBezTo>
                  <a:pt x="53221" y="609600"/>
                  <a:pt x="19050" y="575429"/>
                  <a:pt x="19050" y="533400"/>
                </a:cubicBezTo>
                <a:lnTo>
                  <a:pt x="19050" y="76200"/>
                </a:lnTo>
                <a:close/>
                <a:moveTo>
                  <a:pt x="152400" y="523875"/>
                </a:moveTo>
                <a:cubicBezTo>
                  <a:pt x="152400" y="539710"/>
                  <a:pt x="165140" y="552450"/>
                  <a:pt x="180975" y="552450"/>
                </a:cubicBezTo>
                <a:lnTo>
                  <a:pt x="276225" y="552450"/>
                </a:lnTo>
                <a:cubicBezTo>
                  <a:pt x="292060" y="552450"/>
                  <a:pt x="304800" y="539710"/>
                  <a:pt x="304800" y="523875"/>
                </a:cubicBezTo>
                <a:cubicBezTo>
                  <a:pt x="304800" y="508040"/>
                  <a:pt x="292060" y="495300"/>
                  <a:pt x="276225" y="495300"/>
                </a:cubicBezTo>
                <a:lnTo>
                  <a:pt x="180975" y="495300"/>
                </a:lnTo>
                <a:cubicBezTo>
                  <a:pt x="165140" y="495300"/>
                  <a:pt x="152400" y="508040"/>
                  <a:pt x="152400" y="523875"/>
                </a:cubicBezTo>
                <a:close/>
                <a:moveTo>
                  <a:pt x="361950" y="76200"/>
                </a:moveTo>
                <a:lnTo>
                  <a:pt x="95250" y="76200"/>
                </a:lnTo>
                <a:lnTo>
                  <a:pt x="95250" y="438150"/>
                </a:lnTo>
                <a:lnTo>
                  <a:pt x="361950" y="438150"/>
                </a:lnTo>
                <a:lnTo>
                  <a:pt x="361950" y="76200"/>
                </a:lnTo>
                <a:close/>
              </a:path>
            </a:pathLst>
          </a:custGeom>
          <a:solidFill>
            <a:srgbClr val="5B9A6D"/>
          </a:solidFill>
        </p:spPr>
      </p:sp>
      <p:sp>
        <p:nvSpPr>
          <p:cNvPr id="26" name="Shape 24"/>
          <p:cNvSpPr/>
          <p:nvPr/>
        </p:nvSpPr>
        <p:spPr>
          <a:xfrm>
            <a:off x="762000" y="6146800"/>
            <a:ext cx="14732000" cy="2133600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effectLst>
            <a:outerShdw blurRad="101600" dist="381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66800" y="6350000"/>
            <a:ext cx="889000" cy="355600"/>
          </a:xfrm>
          <a:prstGeom prst="roundRect">
            <a:avLst>
              <a:gd name="adj" fmla="val 14000"/>
            </a:avLst>
          </a:prstGeom>
          <a:solidFill>
            <a:srgbClr val="7C6FAB"/>
          </a:solidFill>
        </p:spPr>
      </p:sp>
      <p:sp>
        <p:nvSpPr>
          <p:cNvPr id="28" name="Text 26"/>
          <p:cNvSpPr/>
          <p:nvPr/>
        </p:nvSpPr>
        <p:spPr>
          <a:xfrm>
            <a:off x="1066800" y="6350000"/>
            <a:ext cx="889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" y="68072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Marketing Microsite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6800" y="72390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₹15,000 – ₹25,000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66800" y="7670800"/>
            <a:ext cx="762000" cy="330200"/>
          </a:xfrm>
          <a:prstGeom prst="roundRect">
            <a:avLst>
              <a:gd name="adj" fmla="val 14000"/>
            </a:avLst>
          </a:prstGeom>
          <a:solidFill>
            <a:srgbClr val="7C6FAB">
              <a:alpha val="12549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1066800" y="7670800"/>
            <a:ext cx="762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HTML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955800" y="7670800"/>
            <a:ext cx="635000" cy="330200"/>
          </a:xfrm>
          <a:prstGeom prst="roundRect">
            <a:avLst>
              <a:gd name="adj" fmla="val 14000"/>
            </a:avLst>
          </a:prstGeom>
          <a:solidFill>
            <a:srgbClr val="7C6FAB">
              <a:alpha val="12549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955800" y="7670800"/>
            <a:ext cx="635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CSS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17800" y="7670800"/>
            <a:ext cx="508000" cy="330200"/>
          </a:xfrm>
          <a:prstGeom prst="roundRect">
            <a:avLst>
              <a:gd name="adj" fmla="val 14000"/>
            </a:avLst>
          </a:prstGeom>
          <a:solidFill>
            <a:srgbClr val="7C6FAB">
              <a:alpha val="12549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2717800" y="7670800"/>
            <a:ext cx="508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7C6FA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4478000" y="6705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49116" y="22503"/>
                </a:moveTo>
                <a:cubicBezTo>
                  <a:pt x="562808" y="28575"/>
                  <a:pt x="571500" y="42148"/>
                  <a:pt x="571500" y="57150"/>
                </a:cubicBezTo>
                <a:lnTo>
                  <a:pt x="571500" y="552450"/>
                </a:lnTo>
                <a:cubicBezTo>
                  <a:pt x="571500" y="567452"/>
                  <a:pt x="562808" y="581025"/>
                  <a:pt x="549116" y="587097"/>
                </a:cubicBezTo>
                <a:cubicBezTo>
                  <a:pt x="535424" y="593169"/>
                  <a:pt x="519589" y="590907"/>
                  <a:pt x="508278" y="581025"/>
                </a:cubicBezTo>
                <a:lnTo>
                  <a:pt x="452795" y="532567"/>
                </a:lnTo>
                <a:cubicBezTo>
                  <a:pt x="400883" y="487204"/>
                  <a:pt x="335280" y="460772"/>
                  <a:pt x="266581" y="457557"/>
                </a:cubicBezTo>
                <a:lnTo>
                  <a:pt x="266581" y="571500"/>
                </a:lnTo>
                <a:cubicBezTo>
                  <a:pt x="266581" y="592574"/>
                  <a:pt x="249555" y="609600"/>
                  <a:pt x="228481" y="609600"/>
                </a:cubicBezTo>
                <a:lnTo>
                  <a:pt x="190381" y="609600"/>
                </a:lnTo>
                <a:cubicBezTo>
                  <a:pt x="169307" y="609600"/>
                  <a:pt x="152281" y="592574"/>
                  <a:pt x="152281" y="571500"/>
                </a:cubicBezTo>
                <a:lnTo>
                  <a:pt x="152281" y="457200"/>
                </a:lnTo>
                <a:cubicBezTo>
                  <a:pt x="68223" y="457200"/>
                  <a:pt x="0" y="388977"/>
                  <a:pt x="0" y="304800"/>
                </a:cubicBezTo>
                <a:cubicBezTo>
                  <a:pt x="0" y="220623"/>
                  <a:pt x="68223" y="152400"/>
                  <a:pt x="152400" y="152400"/>
                </a:cubicBezTo>
                <a:lnTo>
                  <a:pt x="253008" y="152400"/>
                </a:lnTo>
                <a:cubicBezTo>
                  <a:pt x="326588" y="152162"/>
                  <a:pt x="397550" y="125373"/>
                  <a:pt x="452914" y="77033"/>
                </a:cubicBezTo>
                <a:lnTo>
                  <a:pt x="508397" y="28575"/>
                </a:lnTo>
                <a:cubicBezTo>
                  <a:pt x="519589" y="18693"/>
                  <a:pt x="535662" y="16431"/>
                  <a:pt x="549235" y="22503"/>
                </a:cubicBezTo>
                <a:close/>
                <a:moveTo>
                  <a:pt x="266700" y="381000"/>
                </a:moveTo>
                <a:lnTo>
                  <a:pt x="266700" y="381238"/>
                </a:lnTo>
                <a:cubicBezTo>
                  <a:pt x="350401" y="384453"/>
                  <a:pt x="430768" y="415171"/>
                  <a:pt x="495300" y="468630"/>
                </a:cubicBezTo>
                <a:lnTo>
                  <a:pt x="495300" y="140851"/>
                </a:lnTo>
                <a:cubicBezTo>
                  <a:pt x="430768" y="194310"/>
                  <a:pt x="350401" y="225028"/>
                  <a:pt x="266700" y="228243"/>
                </a:cubicBezTo>
                <a:lnTo>
                  <a:pt x="266700" y="381000"/>
                </a:lnTo>
                <a:close/>
              </a:path>
            </a:pathLst>
          </a:custGeom>
          <a:solidFill>
            <a:srgbClr val="7C6FAB"/>
          </a:solidFill>
        </p:spPr>
      </p:sp>
      <p:sp>
        <p:nvSpPr>
          <p:cNvPr id="38" name="Text 3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3D7A8C"/>
          </a:solidFill>
        </p:spPr>
      </p:sp>
      <p:sp>
        <p:nvSpPr>
          <p:cNvPr id="3" name="Text 1"/>
          <p:cNvSpPr/>
          <p:nvPr/>
        </p:nvSpPr>
        <p:spPr>
          <a:xfrm>
            <a:off x="762000" y="3048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3D7A8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863600"/>
            <a:ext cx="14732000" cy="1270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5" name="Shape 3"/>
          <p:cNvSpPr/>
          <p:nvPr/>
        </p:nvSpPr>
        <p:spPr>
          <a:xfrm>
            <a:off x="762000" y="2540000"/>
            <a:ext cx="14732000" cy="38100"/>
          </a:xfrm>
          <a:prstGeom prst="rect">
            <a:avLst/>
          </a:prstGeom>
          <a:gradFill flip="none" rotWithShape="1">
            <a:gsLst>
              <a:gs pos="0">
                <a:srgbClr val="3D7A8C"/>
              </a:gs>
              <a:gs pos="50000">
                <a:srgbClr val="5B9A6D"/>
              </a:gs>
              <a:gs pos="100000">
                <a:srgbClr val="E8913A"/>
              </a:gs>
            </a:gsLst>
            <a:lin ang="0" scaled="1"/>
          </a:gradFill>
        </p:spPr>
      </p:sp>
      <p:sp>
        <p:nvSpPr>
          <p:cNvPr id="6" name="Shape 4"/>
          <p:cNvSpPr/>
          <p:nvPr/>
        </p:nvSpPr>
        <p:spPr>
          <a:xfrm>
            <a:off x="1270000" y="2413000"/>
            <a:ext cx="304800" cy="304800"/>
          </a:xfrm>
          <a:prstGeom prst="ellipse">
            <a:avLst/>
          </a:prstGeom>
          <a:solidFill>
            <a:srgbClr val="3D7A8C"/>
          </a:solidFill>
        </p:spPr>
      </p:sp>
      <p:sp>
        <p:nvSpPr>
          <p:cNvPr id="7" name="Shape 5"/>
          <p:cNvSpPr/>
          <p:nvPr/>
        </p:nvSpPr>
        <p:spPr>
          <a:xfrm>
            <a:off x="762000" y="2921000"/>
            <a:ext cx="1905000" cy="1651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44625" y="3098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9" name="Text 7"/>
          <p:cNvSpPr/>
          <p:nvPr/>
        </p:nvSpPr>
        <p:spPr>
          <a:xfrm>
            <a:off x="838200" y="3556000"/>
            <a:ext cx="17526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MongoDB Live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Full database integration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2413000"/>
            <a:ext cx="304800" cy="304800"/>
          </a:xfrm>
          <a:prstGeom prst="ellipse">
            <a:avLst/>
          </a:prstGeom>
          <a:solidFill>
            <a:srgbClr val="3D7A8C"/>
          </a:solidFill>
        </p:spPr>
      </p:sp>
      <p:sp>
        <p:nvSpPr>
          <p:cNvPr id="11" name="Shape 9"/>
          <p:cNvSpPr/>
          <p:nvPr/>
        </p:nvSpPr>
        <p:spPr>
          <a:xfrm>
            <a:off x="2921000" y="2921000"/>
            <a:ext cx="1905000" cy="1651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6950" y="30988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5B9A6D"/>
          </a:solidFill>
        </p:spPr>
      </p:sp>
      <p:sp>
        <p:nvSpPr>
          <p:cNvPr id="13" name="Text 11"/>
          <p:cNvSpPr/>
          <p:nvPr/>
        </p:nvSpPr>
        <p:spPr>
          <a:xfrm>
            <a:off x="2997200" y="3556000"/>
            <a:ext cx="17526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AI Engine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Smart recommendations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0" y="2413000"/>
            <a:ext cx="304800" cy="304800"/>
          </a:xfrm>
          <a:prstGeom prst="ellipse">
            <a:avLst/>
          </a:prstGeom>
          <a:solidFill>
            <a:srgbClr val="5B9A6D"/>
          </a:solidFill>
        </p:spPr>
      </p:sp>
      <p:sp>
        <p:nvSpPr>
          <p:cNvPr id="15" name="Shape 13"/>
          <p:cNvSpPr/>
          <p:nvPr/>
        </p:nvSpPr>
        <p:spPr>
          <a:xfrm>
            <a:off x="5080000" y="2921000"/>
            <a:ext cx="1905000" cy="1651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8175" y="3098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7C6FAB"/>
          </a:solidFill>
        </p:spPr>
      </p:sp>
      <p:sp>
        <p:nvSpPr>
          <p:cNvPr id="17" name="Text 15"/>
          <p:cNvSpPr/>
          <p:nvPr/>
        </p:nvSpPr>
        <p:spPr>
          <a:xfrm>
            <a:off x="5156200" y="3556000"/>
            <a:ext cx="17526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Video Calling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In-platform calls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47000" y="2413000"/>
            <a:ext cx="304800" cy="304800"/>
          </a:xfrm>
          <a:prstGeom prst="ellipse">
            <a:avLst/>
          </a:prstGeom>
          <a:solidFill>
            <a:srgbClr val="5B9A6D"/>
          </a:solidFill>
        </p:spPr>
      </p:sp>
      <p:sp>
        <p:nvSpPr>
          <p:cNvPr id="19" name="Shape 17"/>
          <p:cNvSpPr/>
          <p:nvPr/>
        </p:nvSpPr>
        <p:spPr>
          <a:xfrm>
            <a:off x="7239000" y="2921000"/>
            <a:ext cx="1905000" cy="1651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43850" y="30988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55563" y="44450"/>
                </a:move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lnTo>
                  <a:pt x="55563" y="44450"/>
                </a:lnTo>
                <a:close/>
                <a:moveTo>
                  <a:pt x="133350" y="327819"/>
                </a:moveTo>
                <a:cubicBezTo>
                  <a:pt x="145643" y="327819"/>
                  <a:pt x="155575" y="317887"/>
                  <a:pt x="155575" y="305594"/>
                </a:cubicBezTo>
                <a:cubicBezTo>
                  <a:pt x="155575" y="293301"/>
                  <a:pt x="145643" y="283369"/>
                  <a:pt x="133350" y="283369"/>
                </a:cubicBezTo>
                <a:cubicBezTo>
                  <a:pt x="121057" y="283369"/>
                  <a:pt x="111125" y="293301"/>
                  <a:pt x="111125" y="305594"/>
                </a:cubicBezTo>
                <a:cubicBezTo>
                  <a:pt x="111125" y="317887"/>
                  <a:pt x="121057" y="327819"/>
                  <a:pt x="133350" y="327819"/>
                </a:cubicBezTo>
                <a:close/>
              </a:path>
            </a:pathLst>
          </a:custGeom>
          <a:solidFill>
            <a:srgbClr val="E8913A"/>
          </a:solidFill>
        </p:spPr>
      </p:sp>
      <p:sp>
        <p:nvSpPr>
          <p:cNvPr id="21" name="Text 19"/>
          <p:cNvSpPr/>
          <p:nvPr/>
        </p:nvSpPr>
        <p:spPr>
          <a:xfrm>
            <a:off x="7315200" y="3556000"/>
            <a:ext cx="17526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Mobile App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React Native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06000" y="2413000"/>
            <a:ext cx="304800" cy="304800"/>
          </a:xfrm>
          <a:prstGeom prst="ellipse">
            <a:avLst/>
          </a:prstGeom>
          <a:solidFill>
            <a:srgbClr val="E8913A"/>
          </a:solidFill>
        </p:spPr>
      </p:sp>
      <p:sp>
        <p:nvSpPr>
          <p:cNvPr id="23" name="Shape 21"/>
          <p:cNvSpPr/>
          <p:nvPr/>
        </p:nvSpPr>
        <p:spPr>
          <a:xfrm>
            <a:off x="9398000" y="2921000"/>
            <a:ext cx="1905000" cy="1651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36175" y="3098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6759" y="59174"/>
                </a:moveTo>
                <a:lnTo>
                  <a:pt x="105777" y="149185"/>
                </a:lnTo>
                <a:cubicBezTo>
                  <a:pt x="102582" y="152727"/>
                  <a:pt x="102721" y="158214"/>
                  <a:pt x="106124" y="161617"/>
                </a:cubicBezTo>
                <a:cubicBezTo>
                  <a:pt x="127308" y="182801"/>
                  <a:pt x="161687" y="182801"/>
                  <a:pt x="182870" y="161617"/>
                </a:cubicBezTo>
                <a:lnTo>
                  <a:pt x="204956" y="139531"/>
                </a:lnTo>
                <a:cubicBezTo>
                  <a:pt x="207873" y="136614"/>
                  <a:pt x="211554" y="135017"/>
                  <a:pt x="215305" y="134739"/>
                </a:cubicBezTo>
                <a:cubicBezTo>
                  <a:pt x="220028" y="134322"/>
                  <a:pt x="224889" y="135920"/>
                  <a:pt x="228501" y="139531"/>
                </a:cubicBezTo>
                <a:lnTo>
                  <a:pt x="351155" y="261144"/>
                </a:lnTo>
                <a:lnTo>
                  <a:pt x="400050" y="222250"/>
                </a:lnTo>
                <a:lnTo>
                  <a:pt x="400050" y="22225"/>
                </a:lnTo>
                <a:lnTo>
                  <a:pt x="322263" y="66675"/>
                </a:lnTo>
                <a:lnTo>
                  <a:pt x="305733" y="55632"/>
                </a:lnTo>
                <a:cubicBezTo>
                  <a:pt x="294759" y="48339"/>
                  <a:pt x="281910" y="44450"/>
                  <a:pt x="268714" y="44450"/>
                </a:cubicBezTo>
                <a:lnTo>
                  <a:pt x="219819" y="44450"/>
                </a:lnTo>
                <a:cubicBezTo>
                  <a:pt x="219055" y="44450"/>
                  <a:pt x="218222" y="44450"/>
                  <a:pt x="217458" y="44519"/>
                </a:cubicBezTo>
                <a:cubicBezTo>
                  <a:pt x="205720" y="45145"/>
                  <a:pt x="194677" y="50423"/>
                  <a:pt x="186759" y="59174"/>
                </a:cubicBezTo>
                <a:close/>
                <a:moveTo>
                  <a:pt x="80982" y="126891"/>
                </a:moveTo>
                <a:lnTo>
                  <a:pt x="155158" y="44450"/>
                </a:lnTo>
                <a:lnTo>
                  <a:pt x="127655" y="44450"/>
                </a:lnTo>
                <a:cubicBezTo>
                  <a:pt x="109944" y="44450"/>
                  <a:pt x="92998" y="51465"/>
                  <a:pt x="80496" y="63966"/>
                </a:cubicBezTo>
                <a:lnTo>
                  <a:pt x="77788" y="66675"/>
                </a:lnTo>
                <a:lnTo>
                  <a:pt x="0" y="22225"/>
                </a:lnTo>
                <a:lnTo>
                  <a:pt x="0" y="222250"/>
                </a:lnTo>
                <a:lnTo>
                  <a:pt x="108625" y="312747"/>
                </a:lnTo>
                <a:cubicBezTo>
                  <a:pt x="124599" y="326082"/>
                  <a:pt x="144740" y="333375"/>
                  <a:pt x="165507" y="333375"/>
                </a:cubicBezTo>
                <a:lnTo>
                  <a:pt x="176411" y="333375"/>
                </a:lnTo>
                <a:lnTo>
                  <a:pt x="171549" y="328513"/>
                </a:lnTo>
                <a:cubicBezTo>
                  <a:pt x="165021" y="321985"/>
                  <a:pt x="165021" y="311428"/>
                  <a:pt x="171549" y="304969"/>
                </a:cubicBezTo>
                <a:cubicBezTo>
                  <a:pt x="178078" y="298510"/>
                  <a:pt x="188635" y="298440"/>
                  <a:pt x="195094" y="304969"/>
                </a:cubicBezTo>
                <a:lnTo>
                  <a:pt x="223570" y="333444"/>
                </a:lnTo>
                <a:lnTo>
                  <a:pt x="229820" y="333444"/>
                </a:lnTo>
                <a:cubicBezTo>
                  <a:pt x="243086" y="333444"/>
                  <a:pt x="256074" y="330458"/>
                  <a:pt x="267881" y="324902"/>
                </a:cubicBezTo>
                <a:lnTo>
                  <a:pt x="249337" y="306288"/>
                </a:lnTo>
                <a:cubicBezTo>
                  <a:pt x="242808" y="299760"/>
                  <a:pt x="242808" y="289203"/>
                  <a:pt x="249337" y="282744"/>
                </a:cubicBezTo>
                <a:cubicBezTo>
                  <a:pt x="255865" y="276285"/>
                  <a:pt x="266422" y="276215"/>
                  <a:pt x="272881" y="282744"/>
                </a:cubicBezTo>
                <a:lnTo>
                  <a:pt x="295106" y="304969"/>
                </a:lnTo>
                <a:lnTo>
                  <a:pt x="307261" y="292814"/>
                </a:lnTo>
                <a:cubicBezTo>
                  <a:pt x="313442" y="286633"/>
                  <a:pt x="315248" y="277674"/>
                  <a:pt x="312539" y="269825"/>
                </a:cubicBezTo>
                <a:lnTo>
                  <a:pt x="216763" y="174814"/>
                </a:lnTo>
                <a:lnTo>
                  <a:pt x="206415" y="185162"/>
                </a:lnTo>
                <a:cubicBezTo>
                  <a:pt x="172174" y="219402"/>
                  <a:pt x="116751" y="219402"/>
                  <a:pt x="82510" y="185162"/>
                </a:cubicBezTo>
                <a:cubicBezTo>
                  <a:pt x="66536" y="169188"/>
                  <a:pt x="65911" y="143560"/>
                  <a:pt x="80982" y="126821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25" name="Text 23"/>
          <p:cNvSpPr/>
          <p:nvPr/>
        </p:nvSpPr>
        <p:spPr>
          <a:xfrm>
            <a:off x="9474200" y="3556000"/>
            <a:ext cx="17526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Escrow Payments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Milestone 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065000" y="2413000"/>
            <a:ext cx="304800" cy="304800"/>
          </a:xfrm>
          <a:prstGeom prst="ellipse">
            <a:avLst/>
          </a:prstGeom>
          <a:solidFill>
            <a:srgbClr val="E8913A"/>
          </a:solidFill>
        </p:spPr>
      </p:sp>
      <p:sp>
        <p:nvSpPr>
          <p:cNvPr id="27" name="Shape 25"/>
          <p:cNvSpPr/>
          <p:nvPr/>
        </p:nvSpPr>
        <p:spPr>
          <a:xfrm>
            <a:off x="11557000" y="2921000"/>
            <a:ext cx="1905000" cy="1651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195175" y="3098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0" y="66675"/>
                </a:lnTo>
                <a:close/>
                <a:moveTo>
                  <a:pt x="0" y="100013"/>
                </a:moveTo>
                <a:lnTo>
                  <a:pt x="400050" y="100013"/>
                </a:lnTo>
                <a:lnTo>
                  <a:pt x="400050" y="288925"/>
                </a:lnTo>
                <a:cubicBezTo>
                  <a:pt x="400050" y="313442"/>
                  <a:pt x="380117" y="333375"/>
                  <a:pt x="3556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100013"/>
                </a:lnTo>
                <a:close/>
                <a:moveTo>
                  <a:pt x="171758" y="288925"/>
                </a:moveTo>
                <a:cubicBezTo>
                  <a:pt x="185787" y="288925"/>
                  <a:pt x="196275" y="275451"/>
                  <a:pt x="187315" y="264616"/>
                </a:cubicBezTo>
                <a:cubicBezTo>
                  <a:pt x="177105" y="252323"/>
                  <a:pt x="161687" y="244475"/>
                  <a:pt x="144463" y="244475"/>
                </a:cubicBezTo>
                <a:lnTo>
                  <a:pt x="100013" y="244475"/>
                </a:lnTo>
                <a:cubicBezTo>
                  <a:pt x="82788" y="244475"/>
                  <a:pt x="67370" y="252323"/>
                  <a:pt x="57160" y="264616"/>
                </a:cubicBezTo>
                <a:cubicBezTo>
                  <a:pt x="48200" y="275451"/>
                  <a:pt x="58688" y="288925"/>
                  <a:pt x="72717" y="288925"/>
                </a:cubicBezTo>
                <a:lnTo>
                  <a:pt x="171688" y="288925"/>
                </a:lnTo>
                <a:close/>
                <a:moveTo>
                  <a:pt x="122238" y="216694"/>
                </a:moveTo>
                <a:cubicBezTo>
                  <a:pt x="143704" y="216694"/>
                  <a:pt x="161131" y="199266"/>
                  <a:pt x="161131" y="177800"/>
                </a:cubicBezTo>
                <a:cubicBezTo>
                  <a:pt x="161131" y="156334"/>
                  <a:pt x="143704" y="138906"/>
                  <a:pt x="122238" y="138906"/>
                </a:cubicBezTo>
                <a:cubicBezTo>
                  <a:pt x="100771" y="138906"/>
                  <a:pt x="83344" y="156334"/>
                  <a:pt x="83344" y="177800"/>
                </a:cubicBezTo>
                <a:cubicBezTo>
                  <a:pt x="83344" y="199266"/>
                  <a:pt x="100771" y="216694"/>
                  <a:pt x="122238" y="216694"/>
                </a:cubicBezTo>
                <a:close/>
                <a:moveTo>
                  <a:pt x="250031" y="144463"/>
                </a:moveTo>
                <a:cubicBezTo>
                  <a:pt x="240794" y="144463"/>
                  <a:pt x="233363" y="151894"/>
                  <a:pt x="233363" y="161131"/>
                </a:cubicBezTo>
                <a:cubicBezTo>
                  <a:pt x="233363" y="170369"/>
                  <a:pt x="240794" y="177800"/>
                  <a:pt x="250031" y="177800"/>
                </a:cubicBezTo>
                <a:lnTo>
                  <a:pt x="327819" y="177800"/>
                </a:lnTo>
                <a:cubicBezTo>
                  <a:pt x="337056" y="177800"/>
                  <a:pt x="344488" y="170369"/>
                  <a:pt x="344488" y="161131"/>
                </a:cubicBezTo>
                <a:cubicBezTo>
                  <a:pt x="344488" y="151894"/>
                  <a:pt x="337056" y="144463"/>
                  <a:pt x="327819" y="144463"/>
                </a:cubicBezTo>
                <a:lnTo>
                  <a:pt x="250031" y="144463"/>
                </a:lnTo>
                <a:close/>
                <a:moveTo>
                  <a:pt x="250031" y="211138"/>
                </a:moveTo>
                <a:cubicBezTo>
                  <a:pt x="240794" y="211138"/>
                  <a:pt x="233363" y="218569"/>
                  <a:pt x="233363" y="227806"/>
                </a:cubicBezTo>
                <a:cubicBezTo>
                  <a:pt x="233363" y="237044"/>
                  <a:pt x="240794" y="244475"/>
                  <a:pt x="250031" y="244475"/>
                </a:cubicBezTo>
                <a:lnTo>
                  <a:pt x="327819" y="244475"/>
                </a:lnTo>
                <a:cubicBezTo>
                  <a:pt x="337056" y="244475"/>
                  <a:pt x="344488" y="237044"/>
                  <a:pt x="344488" y="227806"/>
                </a:cubicBezTo>
                <a:cubicBezTo>
                  <a:pt x="344488" y="218569"/>
                  <a:pt x="337056" y="211138"/>
                  <a:pt x="327819" y="211138"/>
                </a:cubicBezTo>
                <a:lnTo>
                  <a:pt x="250031" y="211138"/>
                </a:lnTo>
                <a:close/>
              </a:path>
            </a:pathLst>
          </a:custGeom>
          <a:solidFill>
            <a:srgbClr val="5B9A6D"/>
          </a:solidFill>
        </p:spPr>
      </p:sp>
      <p:sp>
        <p:nvSpPr>
          <p:cNvPr id="29" name="Text 27"/>
          <p:cNvSpPr/>
          <p:nvPr/>
        </p:nvSpPr>
        <p:spPr>
          <a:xfrm>
            <a:off x="11633200" y="3556000"/>
            <a:ext cx="17526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Portfolio Pages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Freelancer showcase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224000" y="2413000"/>
            <a:ext cx="304800" cy="304800"/>
          </a:xfrm>
          <a:prstGeom prst="ellipse">
            <a:avLst/>
          </a:prstGeom>
          <a:solidFill>
            <a:srgbClr val="7C6FAB"/>
          </a:solidFill>
        </p:spPr>
      </p:sp>
      <p:sp>
        <p:nvSpPr>
          <p:cNvPr id="31" name="Shape 29"/>
          <p:cNvSpPr/>
          <p:nvPr/>
        </p:nvSpPr>
        <p:spPr>
          <a:xfrm>
            <a:off x="13589000" y="2921000"/>
            <a:ext cx="1905000" cy="1651000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effectLst>
            <a:outerShdw blurRad="76200" dist="25400" dir="5400000" algn="bl" rotWithShape="0">
              <a:srgbClr val="000000">
                <a:alpha val="3922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227175" y="3098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7C6FAB"/>
          </a:solidFill>
        </p:spPr>
      </p:sp>
      <p:sp>
        <p:nvSpPr>
          <p:cNvPr id="33" name="Text 31"/>
          <p:cNvSpPr/>
          <p:nvPr/>
        </p:nvSpPr>
        <p:spPr>
          <a:xfrm>
            <a:off x="13665200" y="3556000"/>
            <a:ext cx="1752600" cy="863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Admin Dashboard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Analytics &amp; insights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5334000"/>
            <a:ext cx="14732000" cy="27940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70000" y="584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151" y="31750"/>
                </a:moveTo>
                <a:lnTo>
                  <a:pt x="146546" y="31750"/>
                </a:lnTo>
                <a:cubicBezTo>
                  <a:pt x="117376" y="31750"/>
                  <a:pt x="91877" y="51693"/>
                  <a:pt x="84931" y="79970"/>
                </a:cubicBezTo>
                <a:lnTo>
                  <a:pt x="1389" y="417215"/>
                </a:lnTo>
                <a:cubicBezTo>
                  <a:pt x="-6052" y="447179"/>
                  <a:pt x="16669" y="476250"/>
                  <a:pt x="47625" y="476250"/>
                </a:cubicBezTo>
                <a:lnTo>
                  <a:pt x="222151" y="476250"/>
                </a:lnTo>
                <a:lnTo>
                  <a:pt x="222151" y="412750"/>
                </a:lnTo>
                <a:cubicBezTo>
                  <a:pt x="222151" y="395188"/>
                  <a:pt x="236339" y="381000"/>
                  <a:pt x="253901" y="381000"/>
                </a:cubicBezTo>
                <a:cubicBezTo>
                  <a:pt x="271463" y="381000"/>
                  <a:pt x="285651" y="395188"/>
                  <a:pt x="285651" y="412750"/>
                </a:cubicBezTo>
                <a:lnTo>
                  <a:pt x="285651" y="476250"/>
                </a:lnTo>
                <a:lnTo>
                  <a:pt x="460375" y="476250"/>
                </a:lnTo>
                <a:cubicBezTo>
                  <a:pt x="491331" y="476250"/>
                  <a:pt x="514052" y="447179"/>
                  <a:pt x="506611" y="417215"/>
                </a:cubicBezTo>
                <a:lnTo>
                  <a:pt x="423168" y="79970"/>
                </a:lnTo>
                <a:cubicBezTo>
                  <a:pt x="416123" y="51693"/>
                  <a:pt x="390723" y="31750"/>
                  <a:pt x="361454" y="31750"/>
                </a:cubicBezTo>
                <a:lnTo>
                  <a:pt x="285651" y="31750"/>
                </a:lnTo>
                <a:lnTo>
                  <a:pt x="285651" y="95250"/>
                </a:lnTo>
                <a:cubicBezTo>
                  <a:pt x="285651" y="112812"/>
                  <a:pt x="271462" y="127000"/>
                  <a:pt x="253901" y="127000"/>
                </a:cubicBezTo>
                <a:cubicBezTo>
                  <a:pt x="236339" y="127000"/>
                  <a:pt x="222151" y="112812"/>
                  <a:pt x="222151" y="95250"/>
                </a:cubicBezTo>
                <a:lnTo>
                  <a:pt x="222151" y="31750"/>
                </a:lnTo>
                <a:close/>
                <a:moveTo>
                  <a:pt x="285651" y="222250"/>
                </a:moveTo>
                <a:lnTo>
                  <a:pt x="285651" y="285750"/>
                </a:lnTo>
                <a:cubicBezTo>
                  <a:pt x="285651" y="303312"/>
                  <a:pt x="271462" y="317500"/>
                  <a:pt x="253901" y="317500"/>
                </a:cubicBezTo>
                <a:cubicBezTo>
                  <a:pt x="236339" y="317500"/>
                  <a:pt x="222151" y="303312"/>
                  <a:pt x="222151" y="285750"/>
                </a:cubicBezTo>
                <a:lnTo>
                  <a:pt x="222151" y="222250"/>
                </a:lnTo>
                <a:cubicBezTo>
                  <a:pt x="222151" y="204688"/>
                  <a:pt x="236339" y="190500"/>
                  <a:pt x="253901" y="190500"/>
                </a:cubicBezTo>
                <a:cubicBezTo>
                  <a:pt x="271462" y="190500"/>
                  <a:pt x="285651" y="204688"/>
                  <a:pt x="285651" y="222250"/>
                </a:cubicBezTo>
                <a:close/>
              </a:path>
            </a:pathLst>
          </a:custGeom>
          <a:solidFill>
            <a:srgbClr val="3D7A8C"/>
          </a:solidFill>
        </p:spPr>
      </p:sp>
      <p:sp>
        <p:nvSpPr>
          <p:cNvPr id="36" name="Text 34"/>
          <p:cNvSpPr/>
          <p:nvPr/>
        </p:nvSpPr>
        <p:spPr>
          <a:xfrm>
            <a:off x="2032000" y="5791200"/>
            <a:ext cx="508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Building the Future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70000" y="6477000"/>
            <a:ext cx="13716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Our roadmap focuses on three pillars: </a:t>
            </a:r>
            <a:r>
              <a:rPr lang="en-US" sz="1600" b="1" dirty="0">
                <a:solidFill>
                  <a:srgbClr val="3D7A8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Intelligence</a:t>
            </a: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(AI recommendations, analytics), </a:t>
            </a:r>
            <a:r>
              <a:rPr lang="en-US" sz="1600" b="1" dirty="0">
                <a:solidFill>
                  <a:srgbClr val="5B9A6D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Accessibility</a:t>
            </a: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(mobile app, video calls), and </a:t>
            </a:r>
            <a:r>
              <a:rPr lang="en-US" sz="1600" b="1" dirty="0">
                <a:solidFill>
                  <a:srgbClr val="E8913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Trust</a:t>
            </a:r>
            <a:r>
              <a:rPr lang="en-US" sz="1600" dirty="0">
                <a:solidFill>
                  <a:srgbClr val="2D374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(escrow payments, portfolio verification). Each milestone brings us closer to the ultimate freelancer marketplace experience.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71809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3F2FD"/>
            </a:gs>
            <a:gs pos="40000">
              <a:srgbClr val="FFFFFF"/>
            </a:gs>
            <a:gs pos="100000">
              <a:srgbClr val="E8F5E9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2505"/>
            <a:ext cx="6203950" cy="3786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845" y="1195705"/>
            <a:ext cx="6613525" cy="35833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31435"/>
            <a:ext cx="6280150" cy="3540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970" y="5131435"/>
            <a:ext cx="6504305" cy="360489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11200" y="285750"/>
            <a:ext cx="54184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800" b="1"/>
              <a:t>OUTPUTS</a:t>
            </a:r>
            <a:endParaRPr lang="en-IN" altLang="en-US" sz="2800" b="1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3F2FD"/>
            </a:gs>
            <a:gs pos="40000">
              <a:srgbClr val="FFFFFF"/>
            </a:gs>
            <a:gs pos="100000">
              <a:srgbClr val="E8F5E9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542280" y="3288030"/>
            <a:ext cx="5418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7200"/>
              <a:t>Thank You</a:t>
            </a:r>
            <a:endParaRPr lang="en-IN" altLang="en-US" sz="720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5604</Words>
  <Application>WPS Presentation</Application>
  <PresentationFormat>On-screen Show (16:9)</PresentationFormat>
  <Paragraphs>345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Quattrocento Sans</vt:lpstr>
      <vt:lpstr>Quattrocento Sans</vt:lpstr>
      <vt:lpstr>Quattrocento Sans</vt:lpstr>
      <vt:lpstr>QuattrocentoSans</vt:lpstr>
      <vt:lpstr>Segoe Print</vt:lpstr>
      <vt:lpstr>QuattrocentoSans</vt:lpstr>
      <vt:lpstr>QuattrocentoSans</vt:lpstr>
      <vt:lpstr>Calibri</vt:lpstr>
      <vt:lpstr>Microsoft YaHei</vt:lpstr>
      <vt:lpstr>Arial Unicode MS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FreelanceFlow — Smart Freelancer Marketplace Platform</dc:title>
  <dc:creator>Kimi</dc:creator>
  <dc:subject>FreelanceFlow — Smart Freelancer Marketplace Platform</dc:subject>
  <cp:lastModifiedBy>Yamini Ginjala</cp:lastModifiedBy>
  <cp:revision>3</cp:revision>
  <dcterms:created xsi:type="dcterms:W3CDTF">2026-04-23T13:02:00Z</dcterms:created>
  <dcterms:modified xsi:type="dcterms:W3CDTF">2026-04-26T17:48:14Z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{"Label":"FreelanceFlow — Smart Freelancer Marketplace Platform","ContentProducer":"001191110108MACG2KBH8F10000","ProduceID":"19dba6d3-fbd2-84b4-8000-0000d222493e","ReservedCode1":"","ContentPropagator":"001191110108MACG2KBH8F20000","PropagateID":"19dba6d3-fbd2-84b4-8000-0000d222493e","ReservedCode2":""}</vt:lpwstr>
  </property>
  <property fmtid="{D5CDD505-2E9C-101B-9397-08002B2CF9AE}" pid="3" name="KSOProductBuildVer">
    <vt:lpwstr>1033-12.1.0.25242</vt:lpwstr>
  </property>
  <property fmtid="{D5CDD505-2E9C-101B-9397-08002B2CF9AE}" pid="4" name="ICV">
    <vt:lpwstr>351D1A5AE841434FB55D1625A461F997_13</vt:lpwstr>
  </property>
</Properties>
</file>